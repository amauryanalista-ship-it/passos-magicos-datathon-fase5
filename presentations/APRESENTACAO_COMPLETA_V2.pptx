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Passos Mágicos - Datathon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366F1"/>
                </a:solidFill>
              </a:defRPr>
            </a:pPr>
            <a:r>
              <a:t>Análise de Risco e Previsão de Defasagem Educacional</a:t>
            </a:r>
            <a:br/>
            <a:r>
              <a:t>v2.0 - Advanced Analytics &amp; Prediction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📊 Resumo Executivo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Análise de 3.030 alunos (2022-2024)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8 indicadores educacionais analisados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Modelo XGBoost com 78.6% acurácia e ROC AUC 0.8592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15+ visualizações interativas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Respostas para 11 perguntas estratégicas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Comparação de 3 modelos preditivos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Recomendações acionáveis para intervenção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📈 Dados do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Total de Alunos: 3.030 únicos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Período Analisado: 2022-2024 (3 anos)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Tipo de Análise: Longitudinal (rastreamento ao longo do tempo)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Registros Totais: 9.090+ (3 anos × 3.030 alunos)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Indicadores Principais: 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Features Derivados: 4 (média, ratios, desalinhamento)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Total de Features: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📋 Os 8 Indicadores Educacionais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IAN - Adequação ao Nível: Mede defasagem escolar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IDA - Desempenho Acadêmico: Notas e aproveitamento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IEG - Engajamento: Participação e interesse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IAA - Autoavaliação: Percepção do aluno sobre si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IPS - Aspectos Psicossociais: Bem-estar emocional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IPP - Aspectos Pedagógicos: Suporte pedagógico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IPV - Ponto de Virada: Transformação real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INDE - Multidimensional: Agregado de progresso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🔧 Features Derivados Criados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INDICADORES_MEDIA: Média de todos os 8 indicadores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IEG_IDA_RATIO: Razão entre Engajamento e Desempenho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INDE_IDA_RATIO: Razão entre Multidimensional e Desempenho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DESALINHAMENTO_IAA_IDA: Diferença entre Autoavaliação e Desempenho Real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Estes 4 features derivados capturam relações importantes entre indicadores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❓ Q1: IAN - Adequação ao Nível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Resposta: Melhora consistente 2022-2024 com redução de defasagem severa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Dados: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2022: 6.42 (média)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2023: 7.24 (melhora +12.8%)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2024: 7.68 (melhora +6.1%)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Conclusão: Tendência positiva clara. Programa está impactando na redução do atraso escolar.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❓ Q2: IDA - Desempenho Acadêmico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Resposta: Avanço até 2023, leve queda e maior heterogeneidade em 2024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Dados: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2022: 6.09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2023: 6.66 (melhora +9.3%)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2024: 6.35 (queda -4.7%)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Conclusão: Alunos avançam de fase, mas qualidade de aprendizado é questionável.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❓ Q3: IEG - Engajamento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Resposta: Correlação moderada com IDA (r=0.39) e IPV (r=0.42)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Correlações Importantes: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IEG ↔ IDA: r = 0.39 (moderada)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IEG ↔ IPV: r = 0.42 (moderada)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IEG ↔ INDE: r = 0.52 (forte)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Conclusão: Engajamento é uma alavanca estratégica para o programa.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❓ Q4: IAA - Autoavaliação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Resposta: Desalinhamento médio ~1.5 pontos; maioria superestima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Dados: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Desalinhamento: +1.54 pontos (em média)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Alunos que superestimam: 81.1%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Alunos que subestimam: 18.9%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Conclusão: Necessário feedback realista para alinhar percepção com realidade.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❓ Q5: IPS - Aspectos Psicossociais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Resposta: Variação temporal relevante, mas baixa relação direta com desempenho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Dados: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Variação significativa ao longo do tempo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Correlação com IDA: r = 0.12 (fraca)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Correlação com INDE: r = 0.18 (fraca)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Conclusão: Aspectos psicossociais têm efeitos indiretos importantes.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❓ Q6: IPP - Aspectos Pedagógicos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Resposta: Associação leve com defasagem, forte com progresso educacional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Dados: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Correlação com IAN: r = 0.35 (moderada)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Correlação com IPV: r = 0.48 (moderada-forte)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Feature #2 no modelo: 18.1% de importância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Conclusão: Suporte pedagógico é crítico para transformação dos alunos.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❓ Q7: IPV - Ponto de Virada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Resposta: Principalmente influenciado por IDA, seguido por IPP e IEG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Influências: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IDA (Desempenho): Influência principal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IPP (Pedagógico): Influência forte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IEG (Engajamento): Influência moderada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Conclusão: Desempenho + pedagógico + engajamento criam transformação real.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❓ Q8: INDE - Multidimensionalidade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Resposta: Indicador multidimensional guiado por desempenho e fatores pedagógicos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Correlações Fortes: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INDE ↔ IDA: r = 0.81 (muito forte)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INDE ↔ IEG: r = 0.80 (muito forte)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INDE ↔ IPP: r = 0.75 (forte)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Conclusão: INDE é um bom indicador agregado de progresso integral.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❓ Q9: Modelo Preditivo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Resposta: 78.6% acurácia, ROC AUC 0.8592, boa capacidade de identificar risco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Performance XGBoost: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Acurácia: 78.6%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ROC AUC: 0.8592 ⭐ (Excelente)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Sensibilidade: 71.0% (identifica 71% dos casos reais)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Especificidade: 83.7% (evita 83.7% de falsos alarmes)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F1-Score: 0.7273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❓ Q10: Efetividade do Programa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Resposta: Evidências de impacto positivo na adequação, desafios de sustentação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Evidências Positivas: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✅ Redução consistente de defasagem (IAN)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✅ Melhora de 19.6% em 3 anos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✅ Menos alunos em risco severo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Desafios: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⚠️ Desempenho acadêmico caiu em 2024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❓ Q11: Insights Adicionais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Resposta: Desempenho e suporte pedagógico são motores centrais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Insights Principais: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1. Desempenho acadêmico é motor central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2. Suporte pedagógico (IPP) é crítico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3. Engajamento amplifica resultados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4. Percepção dos alunos é distorcida (81% superestimam)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5. Qualidade de aprendizado é crítica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🤖 Comparação de Modelos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XGBoost (Melhor):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Acurácia: 78.6% | ROC AUC: 0.8592 ⭐ | Sensibilidade: 71.0%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Random Forest: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Acurácia: 78.6% | ROC AUC: 0.8436 | Sensibilidade: 66.1%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Gradient Boosting: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• Acurácia: 76.5% | ROC AUC: 0.8250 | Sensibilidade: 64.5%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Conclusão: XGBoost oferece melhor equilíbrio entre sensibilidade e especificidade.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⭐ Top 3 Features Mais Importantes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1. IAN (Adequação ao Nível): 19.6%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 → Melhor preditor de risco de defasagem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2. IPP (Aspectos Pedagógicos): 18.1%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 → Suporte pedagógico é crítico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3. INDICADORES_MEDIA: 8.9%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   → Contexto geral do aluno importa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📊 Explicação das Métricas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Acurácia: Percentual de previsões corretas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Sensibilidade: Taxa de verdadeiros positivos - Capacidade de identificar em risco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Especificidade: Taxa de verdadeiros negativos - Capacidade de evitar falsos alarmes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ROC AUC: Medida de discriminação geral (0.5=aleatório, 1.0=perfeito)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F1-Score: Equilíbrio entre precisão e recall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💡 Insights Principais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Desempenho e pedagógico são motores centrais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IAN melhorou 19.6% em 3 anos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IDA caiu em 2024 (preocupante)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81% dos alunos superestimam desempenho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Engajamento influencia desempenho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Modelo tem excelente performance (ROC AUC 0.8592)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🎯 Recomendações - Curto Prazo (1-3 meses)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1. Implementar modelo XGBoost em sistema de gestão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2. Identificar alunos em risco proativamente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3. Intensificar suporte pedagógico para casos de alto risco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4. Implementar feedback realista com alunos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5. Acompanhamento semanal para alunos em risco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🎯 Recomendações - Médio Prazo (3-6 meses)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1. Expandir análises por faixa etária/série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2. Integrar dados de frequência e comportamento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3. Criar dashboard para gestores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4. Treinar equipe no uso do modelo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5. Medir impacto das intervenções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🎯 Recomendações - Longo Prazo (6+ meses)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1. Refinar modelo com dados novos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2. Implementar recomendações personalizadas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3. Medir impacto das intervenções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4. Escalar para outras organizações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5. Integração com sistemas de gestão educacional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📈 Métricas de Sucesso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Identificar 71% dos alunos em risco (sensibilidade)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Evitar 83.7% de falsos alarmes (especificidade)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ROC AUC acima de 0.85 (excelente discriminação)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Redução de defasagem em 20% (meta)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Melhora de desempenho em 15% (meta)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🎓 Conclusão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Análise completa de 3.030 alunos (2022-2024)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Modelo XGBoost pronto para implementação (78.6% acurácia, 0.8592 ROC AUC)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Desempenho e suporte pedagógico são motores centrais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Recomendações acionáveis para intervenção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Dashboard Streamlit com 7 páginas e 15+ gráficos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✅ Pronto para produção e escalabilidade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366F1"/>
                </a:solidFill>
              </a:defRPr>
            </a:pPr>
            <a:r>
              <a:t>Passos Mágicos - Transformando dados em oportunidades educacionais</a:t>
            </a:r>
            <a:br/>
            <a:r>
              <a:t>v2.0 - Advanced Analytics &amp; Prediction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