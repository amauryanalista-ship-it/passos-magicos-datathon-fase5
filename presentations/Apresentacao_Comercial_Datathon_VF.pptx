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8"/>
  </p:notesMasterIdLst>
  <p:sldIdLst>
    <p:sldId id="2147469597" r:id="rId2"/>
    <p:sldId id="2147469613" r:id="rId3"/>
    <p:sldId id="2147469634" r:id="rId4"/>
    <p:sldId id="2147469638" r:id="rId5"/>
    <p:sldId id="2147469637" r:id="rId6"/>
    <p:sldId id="2147469639" r:id="rId7"/>
  </p:sldIdLst>
  <p:sldSz cx="12192000" cy="6858000"/>
  <p:notesSz cx="6858000" cy="9144000"/>
  <p:embeddedFontLst>
    <p:embeddedFont>
      <p:font typeface="Bebas Neue" panose="020B0606020202050201" pitchFamily="34" charset="0"/>
      <p:regular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resentação, Investigação e Implicação" id="{E6522811-0262-44DB-A168-80CA305FB3C7}">
          <p14:sldIdLst>
            <p14:sldId id="2147469597"/>
            <p14:sldId id="2147469613"/>
            <p14:sldId id="2147469634"/>
            <p14:sldId id="2147469638"/>
            <p14:sldId id="2147469637"/>
            <p14:sldId id="214746963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3" roundtripDataSignature="AMtx7mhx5QHjzgI018J5uyM3PvcTQMDT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400FF"/>
    <a:srgbClr val="000000"/>
    <a:srgbClr val="D69FFF"/>
    <a:srgbClr val="2D0F65"/>
    <a:srgbClr val="18082F"/>
    <a:srgbClr val="5809A7"/>
    <a:srgbClr val="39066A"/>
    <a:srgbClr val="FFFFFF"/>
    <a:srgbClr val="DED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956" autoAdjust="0"/>
  </p:normalViewPr>
  <p:slideViewPr>
    <p:cSldViewPr snapToGrid="0">
      <p:cViewPr varScale="1">
        <p:scale>
          <a:sx n="98" d="100"/>
          <a:sy n="98" d="100"/>
        </p:scale>
        <p:origin x="10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de61e61f9b_1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g1de61e61f9b_1_9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006" name="Google Shape;1006;g1de61e61f9b_1_9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395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5058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>
          <a:extLst>
            <a:ext uri="{FF2B5EF4-FFF2-40B4-BE49-F238E27FC236}">
              <a16:creationId xmlns:a16="http://schemas.microsoft.com/office/drawing/2014/main" id="{EC031544-F049-1EA5-EB47-00B27781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de61e61f9b_1_963:notes">
            <a:extLst>
              <a:ext uri="{FF2B5EF4-FFF2-40B4-BE49-F238E27FC236}">
                <a16:creationId xmlns:a16="http://schemas.microsoft.com/office/drawing/2014/main" id="{7567B4C4-9F5E-E80B-DEBE-C4E82E660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g1de61e61f9b_1_963:notes">
            <a:extLst>
              <a:ext uri="{FF2B5EF4-FFF2-40B4-BE49-F238E27FC236}">
                <a16:creationId xmlns:a16="http://schemas.microsoft.com/office/drawing/2014/main" id="{8F6C2475-7D25-2D4F-9211-D5DB57B97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006" name="Google Shape;1006;g1de61e61f9b_1_963:notes">
            <a:extLst>
              <a:ext uri="{FF2B5EF4-FFF2-40B4-BE49-F238E27FC236}">
                <a16:creationId xmlns:a16="http://schemas.microsoft.com/office/drawing/2014/main" id="{C32797E2-740C-868B-D6C8-3A3CD2D29F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09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de61e61f9b_1_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1de61e61f9b_1_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g1de61e61f9b_1_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1de61e61f9b_1_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1de61e61f9b_1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322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de61e61f9b_1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1de61e61f9b_1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g1de61e61f9b_1_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1de61e61f9b_1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de61e61f9b_1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578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de61e61f9b_1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1de61e61f9b_1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g1de61e61f9b_1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1de61e61f9b_1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1de61e61f9b_1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04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de61e61f9b_1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1de61e61f9b_1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1de61e61f9b_1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1de61e61f9b_1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1de61e61f9b_1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1de61e61f9b_1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41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de61e61f9b_1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1de61e61f9b_1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g1de61e61f9b_1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g1de61e61f9b_1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g1de61e61f9b_1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1de61e61f9b_1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1de61e61f9b_1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1de61e61f9b_1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161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de61e61f9b_1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1de61e61f9b_1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1de61e61f9b_1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1de61e61f9b_1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546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de61e61f9b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1de61e61f9b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1de61e61f9b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781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de61e61f9b_1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1de61e61f9b_1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g1de61e61f9b_1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g1de61e61f9b_1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1de61e61f9b_1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1de61e61f9b_1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17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de61e61f9b_1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1de61e61f9b_1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1de61e61f9b_1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g1de61e61f9b_1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1de61e61f9b_1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1de61e61f9b_1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83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e61e61f9b_1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1de61e61f9b_1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1de61e61f9b_1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1de61e61f9b_1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1de61e61f9b_1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50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e61e61f9b_1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1de61e61f9b_1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g1de61e61f9b_1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1de61e61f9b_1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1de61e61f9b_1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314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de61e61f9b_1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de61e61f9b_1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1de61e61f9b_1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g1de61e61f9b_1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1de61e61f9b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32335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svg"/><Relationship Id="rId7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jp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3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de61e61f9b_1_963"/>
          <p:cNvSpPr txBox="1"/>
          <p:nvPr/>
        </p:nvSpPr>
        <p:spPr>
          <a:xfrm>
            <a:off x="3402725" y="1878725"/>
            <a:ext cx="58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9" name="Google Shape;1009;g1de61e61f9b_1_9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g1de61e61f9b_1_963"/>
          <p:cNvSpPr txBox="1"/>
          <p:nvPr/>
        </p:nvSpPr>
        <p:spPr>
          <a:xfrm>
            <a:off x="92290" y="1732354"/>
            <a:ext cx="11970008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6000" b="1" dirty="0">
                <a:solidFill>
                  <a:srgbClr val="FFC000"/>
                </a:solidFill>
                <a:latin typeface="Poppins"/>
                <a:cs typeface="Poppins"/>
                <a:sym typeface="Poppins"/>
              </a:rPr>
              <a:t>DATATHON</a:t>
            </a:r>
            <a:r>
              <a:rPr lang="pt-BR" sz="6000" b="1" dirty="0">
                <a:solidFill>
                  <a:schemeClr val="accent4"/>
                </a:solidFill>
                <a:latin typeface="Poppins"/>
                <a:cs typeface="Poppins"/>
                <a:sym typeface="Poppins"/>
              </a:rPr>
              <a:t> – FASE 5</a:t>
            </a:r>
          </a:p>
          <a:p>
            <a:pPr lvl="0" algn="ctr">
              <a:buSzPts val="4200"/>
            </a:pPr>
            <a:r>
              <a:rPr lang="pt-BR" sz="4400" b="1" dirty="0">
                <a:solidFill>
                  <a:srgbClr val="F5D7C3"/>
                </a:solidFill>
                <a:latin typeface="Poppins"/>
                <a:cs typeface="Poppins"/>
              </a:rPr>
              <a:t>Análise Preditiva de Indicadores Educacionais - </a:t>
            </a:r>
            <a:r>
              <a:rPr lang="pt-BR" sz="4400" b="1" dirty="0" err="1">
                <a:solidFill>
                  <a:srgbClr val="F5D7C3"/>
                </a:solidFill>
                <a:latin typeface="Poppins"/>
                <a:cs typeface="Poppins"/>
              </a:rPr>
              <a:t>Datathon</a:t>
            </a:r>
            <a:r>
              <a:rPr lang="pt-BR" sz="4400" b="1" dirty="0">
                <a:solidFill>
                  <a:srgbClr val="F5D7C3"/>
                </a:solidFill>
                <a:latin typeface="Poppins"/>
                <a:cs typeface="Poppins"/>
              </a:rPr>
              <a:t> Passos Mágicos 2024</a:t>
            </a:r>
          </a:p>
        </p:txBody>
      </p:sp>
      <p:grpSp>
        <p:nvGrpSpPr>
          <p:cNvPr id="1011" name="Google Shape;1011;g1de61e61f9b_1_963"/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012" name="Google Shape;1012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791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4" name="Google Shape;1014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5" name="Google Shape;1015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8" name="Google Shape;1018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0" name="Google Shape;1020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5" name="Google Shape;1025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Google Shape;1026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9" name="Google Shape;1029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Google Shape;1030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1" name="Google Shape;1031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2" name="Google Shape;1032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3" name="Google Shape;1033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4" name="Google Shape;1034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Google Shape;1035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9" name="Google Shape;1039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7" name="Google Shape;1047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g1de61e61f9b_1_9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3D0EAB7-8D88-8E6E-469A-D23C2E35D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6" y="5958048"/>
            <a:ext cx="2176400" cy="86860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C3DAB1D1-99A2-86F2-BE0A-FBA4C7CBB0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1325" y="6526258"/>
            <a:ext cx="2176399" cy="277101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390BCD4-A921-2701-4EC1-8038556882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96935" y="6061667"/>
            <a:ext cx="1485178" cy="2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3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712D-B55B-0BBA-6650-0E637C8F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7" name="Agrupar 1356">
            <a:extLst>
              <a:ext uri="{FF2B5EF4-FFF2-40B4-BE49-F238E27FC236}">
                <a16:creationId xmlns:a16="http://schemas.microsoft.com/office/drawing/2014/main" id="{88839974-77D6-56DC-06BC-BC7D6BF99E39}"/>
              </a:ext>
            </a:extLst>
          </p:cNvPr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358" name="Gráfico 1357">
              <a:extLst>
                <a:ext uri="{FF2B5EF4-FFF2-40B4-BE49-F238E27FC236}">
                  <a16:creationId xmlns:a16="http://schemas.microsoft.com/office/drawing/2014/main" id="{AEBD5E5F-85B9-8B1A-3431-D3C622DBD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-254000"/>
              <a:ext cx="253957" cy="254000"/>
            </a:xfrm>
            <a:prstGeom prst="rect">
              <a:avLst/>
            </a:prstGeom>
          </p:spPr>
        </p:pic>
        <p:pic>
          <p:nvPicPr>
            <p:cNvPr id="1359" name="Gráfico 1358">
              <a:extLst>
                <a:ext uri="{FF2B5EF4-FFF2-40B4-BE49-F238E27FC236}">
                  <a16:creationId xmlns:a16="http://schemas.microsoft.com/office/drawing/2014/main" id="{68D07097-172D-826C-79AE-2D1D33723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915" y="-254000"/>
              <a:ext cx="253957" cy="254000"/>
            </a:xfrm>
            <a:prstGeom prst="rect">
              <a:avLst/>
            </a:prstGeom>
          </p:spPr>
        </p:pic>
        <p:pic>
          <p:nvPicPr>
            <p:cNvPr id="1360" name="Gráfico 1359">
              <a:extLst>
                <a:ext uri="{FF2B5EF4-FFF2-40B4-BE49-F238E27FC236}">
                  <a16:creationId xmlns:a16="http://schemas.microsoft.com/office/drawing/2014/main" id="{399A152A-3BF9-DA93-D15C-9BD416E63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</p:spPr>
        </p:pic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6A3897F1-CD82-5BB3-5199-04061F2E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</p:spPr>
        </p:pic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782AEB06-1ED0-0CEA-3348-AD9B87C33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</p:spPr>
        </p:pic>
        <p:pic>
          <p:nvPicPr>
            <p:cNvPr id="1363" name="Gráfico 1362">
              <a:extLst>
                <a:ext uri="{FF2B5EF4-FFF2-40B4-BE49-F238E27FC236}">
                  <a16:creationId xmlns:a16="http://schemas.microsoft.com/office/drawing/2014/main" id="{6BB48D0D-5B99-8AF1-B4DD-EA901C56D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</p:spPr>
        </p:pic>
        <p:pic>
          <p:nvPicPr>
            <p:cNvPr id="1364" name="Gráfico 1363">
              <a:extLst>
                <a:ext uri="{FF2B5EF4-FFF2-40B4-BE49-F238E27FC236}">
                  <a16:creationId xmlns:a16="http://schemas.microsoft.com/office/drawing/2014/main" id="{7C5768B2-8E0A-720B-80AE-6C32B90FF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</p:spPr>
        </p:pic>
        <p:pic>
          <p:nvPicPr>
            <p:cNvPr id="1365" name="Gráfico 1364">
              <a:extLst>
                <a:ext uri="{FF2B5EF4-FFF2-40B4-BE49-F238E27FC236}">
                  <a16:creationId xmlns:a16="http://schemas.microsoft.com/office/drawing/2014/main" id="{726B1C1F-DD5E-8A72-6953-C1178F15C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</p:spPr>
        </p:pic>
        <p:pic>
          <p:nvPicPr>
            <p:cNvPr id="1366" name="Gráfico 1365">
              <a:extLst>
                <a:ext uri="{FF2B5EF4-FFF2-40B4-BE49-F238E27FC236}">
                  <a16:creationId xmlns:a16="http://schemas.microsoft.com/office/drawing/2014/main" id="{D2562693-2D3B-B388-45A1-F4A00BCD5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</p:spPr>
        </p:pic>
        <p:pic>
          <p:nvPicPr>
            <p:cNvPr id="1367" name="Gráfico 1366">
              <a:extLst>
                <a:ext uri="{FF2B5EF4-FFF2-40B4-BE49-F238E27FC236}">
                  <a16:creationId xmlns:a16="http://schemas.microsoft.com/office/drawing/2014/main" id="{13C5C173-A067-82F2-FEA2-EB72A4087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</p:spPr>
        </p:pic>
        <p:pic>
          <p:nvPicPr>
            <p:cNvPr id="1368" name="Gráfico 1367">
              <a:extLst>
                <a:ext uri="{FF2B5EF4-FFF2-40B4-BE49-F238E27FC236}">
                  <a16:creationId xmlns:a16="http://schemas.microsoft.com/office/drawing/2014/main" id="{F2C899BC-3F65-A83F-4FBD-025ED2203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</p:spPr>
        </p:pic>
        <p:pic>
          <p:nvPicPr>
            <p:cNvPr id="1369" name="Gráfico 1368">
              <a:extLst>
                <a:ext uri="{FF2B5EF4-FFF2-40B4-BE49-F238E27FC236}">
                  <a16:creationId xmlns:a16="http://schemas.microsoft.com/office/drawing/2014/main" id="{F9755B3D-855E-44AE-0F84-C585001C1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</p:spPr>
        </p:pic>
        <p:pic>
          <p:nvPicPr>
            <p:cNvPr id="1370" name="Gráfico 1369">
              <a:extLst>
                <a:ext uri="{FF2B5EF4-FFF2-40B4-BE49-F238E27FC236}">
                  <a16:creationId xmlns:a16="http://schemas.microsoft.com/office/drawing/2014/main" id="{86D003A7-72AA-2B37-40C1-B8A420642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</p:spPr>
        </p:pic>
        <p:pic>
          <p:nvPicPr>
            <p:cNvPr id="1371" name="Gráfico 1370">
              <a:extLst>
                <a:ext uri="{FF2B5EF4-FFF2-40B4-BE49-F238E27FC236}">
                  <a16:creationId xmlns:a16="http://schemas.microsoft.com/office/drawing/2014/main" id="{12536986-29C1-E15C-2EE9-4BE8C3E12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</p:spPr>
        </p:pic>
        <p:pic>
          <p:nvPicPr>
            <p:cNvPr id="1372" name="Gráfico 1371">
              <a:extLst>
                <a:ext uri="{FF2B5EF4-FFF2-40B4-BE49-F238E27FC236}">
                  <a16:creationId xmlns:a16="http://schemas.microsoft.com/office/drawing/2014/main" id="{2D5B4549-BAD3-C912-CE6F-241D81B25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</p:spPr>
        </p:pic>
        <p:pic>
          <p:nvPicPr>
            <p:cNvPr id="1373" name="Gráfico 1372">
              <a:extLst>
                <a:ext uri="{FF2B5EF4-FFF2-40B4-BE49-F238E27FC236}">
                  <a16:creationId xmlns:a16="http://schemas.microsoft.com/office/drawing/2014/main" id="{411FB4DB-2399-5ADE-4116-B13D08A79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</p:spPr>
        </p:pic>
        <p:pic>
          <p:nvPicPr>
            <p:cNvPr id="1374" name="Gráfico 1373">
              <a:extLst>
                <a:ext uri="{FF2B5EF4-FFF2-40B4-BE49-F238E27FC236}">
                  <a16:creationId xmlns:a16="http://schemas.microsoft.com/office/drawing/2014/main" id="{13C08B7E-B508-6CB7-CC88-401CAE22D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</p:spPr>
        </p:pic>
        <p:pic>
          <p:nvPicPr>
            <p:cNvPr id="1375" name="Gráfico 1374">
              <a:extLst>
                <a:ext uri="{FF2B5EF4-FFF2-40B4-BE49-F238E27FC236}">
                  <a16:creationId xmlns:a16="http://schemas.microsoft.com/office/drawing/2014/main" id="{6F33DC1E-A4D5-E6EE-EA38-631D31CA7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</p:spPr>
        </p:pic>
        <p:pic>
          <p:nvPicPr>
            <p:cNvPr id="1376" name="Gráfico 1375">
              <a:extLst>
                <a:ext uri="{FF2B5EF4-FFF2-40B4-BE49-F238E27FC236}">
                  <a16:creationId xmlns:a16="http://schemas.microsoft.com/office/drawing/2014/main" id="{EA207570-B740-00E6-00E0-497A7E793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</p:spPr>
        </p:pic>
        <p:pic>
          <p:nvPicPr>
            <p:cNvPr id="1377" name="Gráfico 1376">
              <a:extLst>
                <a:ext uri="{FF2B5EF4-FFF2-40B4-BE49-F238E27FC236}">
                  <a16:creationId xmlns:a16="http://schemas.microsoft.com/office/drawing/2014/main" id="{16900ECE-1A6F-4C60-6A32-914C46916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</p:spPr>
        </p:pic>
        <p:pic>
          <p:nvPicPr>
            <p:cNvPr id="1378" name="Gráfico 1377">
              <a:extLst>
                <a:ext uri="{FF2B5EF4-FFF2-40B4-BE49-F238E27FC236}">
                  <a16:creationId xmlns:a16="http://schemas.microsoft.com/office/drawing/2014/main" id="{98B7E69A-268E-1A60-B4F7-6A5381A84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</p:spPr>
        </p:pic>
        <p:pic>
          <p:nvPicPr>
            <p:cNvPr id="1379" name="Gráfico 1378">
              <a:extLst>
                <a:ext uri="{FF2B5EF4-FFF2-40B4-BE49-F238E27FC236}">
                  <a16:creationId xmlns:a16="http://schemas.microsoft.com/office/drawing/2014/main" id="{2CCDDE63-EA2D-49F1-9382-6E4801C38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</p:spPr>
        </p:pic>
        <p:pic>
          <p:nvPicPr>
            <p:cNvPr id="1380" name="Gráfico 1379">
              <a:extLst>
                <a:ext uri="{FF2B5EF4-FFF2-40B4-BE49-F238E27FC236}">
                  <a16:creationId xmlns:a16="http://schemas.microsoft.com/office/drawing/2014/main" id="{DB9ABF71-F211-05BF-E0F2-8D5D30F70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</p:spPr>
        </p:pic>
        <p:pic>
          <p:nvPicPr>
            <p:cNvPr id="1381" name="Gráfico 1380">
              <a:extLst>
                <a:ext uri="{FF2B5EF4-FFF2-40B4-BE49-F238E27FC236}">
                  <a16:creationId xmlns:a16="http://schemas.microsoft.com/office/drawing/2014/main" id="{D896CAC1-4558-C62D-B358-D7464D20D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</p:spPr>
        </p:pic>
        <p:pic>
          <p:nvPicPr>
            <p:cNvPr id="1382" name="Gráfico 1381">
              <a:extLst>
                <a:ext uri="{FF2B5EF4-FFF2-40B4-BE49-F238E27FC236}">
                  <a16:creationId xmlns:a16="http://schemas.microsoft.com/office/drawing/2014/main" id="{1336ADB0-B025-4BB9-67D1-55DBA2EF3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</p:spPr>
        </p:pic>
        <p:pic>
          <p:nvPicPr>
            <p:cNvPr id="1383" name="Gráfico 1382">
              <a:extLst>
                <a:ext uri="{FF2B5EF4-FFF2-40B4-BE49-F238E27FC236}">
                  <a16:creationId xmlns:a16="http://schemas.microsoft.com/office/drawing/2014/main" id="{0309A63F-EDE2-0A6A-C45C-D08637E51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"/>
              <a:ext cx="253957" cy="254000"/>
            </a:xfrm>
            <a:prstGeom prst="rect">
              <a:avLst/>
            </a:prstGeom>
          </p:spPr>
        </p:pic>
        <p:pic>
          <p:nvPicPr>
            <p:cNvPr id="1384" name="Gráfico 1383">
              <a:extLst>
                <a:ext uri="{FF2B5EF4-FFF2-40B4-BE49-F238E27FC236}">
                  <a16:creationId xmlns:a16="http://schemas.microsoft.com/office/drawing/2014/main" id="{4FE0184A-3437-4399-BB42-76844A8A0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</p:spPr>
        </p:pic>
        <p:pic>
          <p:nvPicPr>
            <p:cNvPr id="1385" name="Gráfico 1384">
              <a:extLst>
                <a:ext uri="{FF2B5EF4-FFF2-40B4-BE49-F238E27FC236}">
                  <a16:creationId xmlns:a16="http://schemas.microsoft.com/office/drawing/2014/main" id="{56D99F9C-E3EF-8399-8B16-F4DB22CD4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</p:spPr>
        </p:pic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D078CB7B-0864-3B1B-B867-375227D60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</p:spPr>
        </p:pic>
        <p:pic>
          <p:nvPicPr>
            <p:cNvPr id="1387" name="Gráfico 1386">
              <a:extLst>
                <a:ext uri="{FF2B5EF4-FFF2-40B4-BE49-F238E27FC236}">
                  <a16:creationId xmlns:a16="http://schemas.microsoft.com/office/drawing/2014/main" id="{43DA1D72-09FA-FCD2-B7A3-1F9FDE6DF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</p:spPr>
        </p:pic>
        <p:pic>
          <p:nvPicPr>
            <p:cNvPr id="1388" name="Gráfico 1387">
              <a:extLst>
                <a:ext uri="{FF2B5EF4-FFF2-40B4-BE49-F238E27FC236}">
                  <a16:creationId xmlns:a16="http://schemas.microsoft.com/office/drawing/2014/main" id="{2A1AEEDE-896A-50A1-0948-9708DFD49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</p:spPr>
        </p:pic>
        <p:pic>
          <p:nvPicPr>
            <p:cNvPr id="1389" name="Gráfico 1388">
              <a:extLst>
                <a:ext uri="{FF2B5EF4-FFF2-40B4-BE49-F238E27FC236}">
                  <a16:creationId xmlns:a16="http://schemas.microsoft.com/office/drawing/2014/main" id="{330E53F6-F1B1-AEA8-8701-911DB9362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</p:spPr>
        </p:pic>
        <p:pic>
          <p:nvPicPr>
            <p:cNvPr id="1390" name="Gráfico 1389">
              <a:extLst>
                <a:ext uri="{FF2B5EF4-FFF2-40B4-BE49-F238E27FC236}">
                  <a16:creationId xmlns:a16="http://schemas.microsoft.com/office/drawing/2014/main" id="{04AEE5C5-9FF0-92BC-DD11-0A5E94209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</p:spPr>
        </p:pic>
        <p:pic>
          <p:nvPicPr>
            <p:cNvPr id="1391" name="Gráfico 1390">
              <a:extLst>
                <a:ext uri="{FF2B5EF4-FFF2-40B4-BE49-F238E27FC236}">
                  <a16:creationId xmlns:a16="http://schemas.microsoft.com/office/drawing/2014/main" id="{9D087039-B7F8-8801-681E-E7DD0C416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</p:spPr>
        </p:pic>
        <p:pic>
          <p:nvPicPr>
            <p:cNvPr id="1392" name="Gráfico 1391">
              <a:extLst>
                <a:ext uri="{FF2B5EF4-FFF2-40B4-BE49-F238E27FC236}">
                  <a16:creationId xmlns:a16="http://schemas.microsoft.com/office/drawing/2014/main" id="{91929476-110E-6DC1-9351-2E61B828F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</p:spPr>
        </p:pic>
        <p:pic>
          <p:nvPicPr>
            <p:cNvPr id="1393" name="Gráfico 1392">
              <a:extLst>
                <a:ext uri="{FF2B5EF4-FFF2-40B4-BE49-F238E27FC236}">
                  <a16:creationId xmlns:a16="http://schemas.microsoft.com/office/drawing/2014/main" id="{5A85487D-94BD-CD24-C0AD-D46B09B06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</p:spPr>
        </p:pic>
        <p:pic>
          <p:nvPicPr>
            <p:cNvPr id="1394" name="Gráfico 1393">
              <a:extLst>
                <a:ext uri="{FF2B5EF4-FFF2-40B4-BE49-F238E27FC236}">
                  <a16:creationId xmlns:a16="http://schemas.microsoft.com/office/drawing/2014/main" id="{0C21A39C-412D-3E74-2AFF-3C9FC0EFD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</p:spPr>
        </p:pic>
        <p:pic>
          <p:nvPicPr>
            <p:cNvPr id="1395" name="Gráfico 1394">
              <a:extLst>
                <a:ext uri="{FF2B5EF4-FFF2-40B4-BE49-F238E27FC236}">
                  <a16:creationId xmlns:a16="http://schemas.microsoft.com/office/drawing/2014/main" id="{989A6D31-4312-5056-4941-231193EBB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</p:spPr>
        </p:pic>
        <p:pic>
          <p:nvPicPr>
            <p:cNvPr id="1396" name="Gráfico 1395">
              <a:extLst>
                <a:ext uri="{FF2B5EF4-FFF2-40B4-BE49-F238E27FC236}">
                  <a16:creationId xmlns:a16="http://schemas.microsoft.com/office/drawing/2014/main" id="{9C2B0B65-6908-A883-1F72-BC5E6C45B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0"/>
              <a:ext cx="253957" cy="254000"/>
            </a:xfrm>
            <a:prstGeom prst="rect">
              <a:avLst/>
            </a:prstGeom>
          </p:spPr>
        </p:pic>
        <p:pic>
          <p:nvPicPr>
            <p:cNvPr id="1397" name="Gráfico 1396">
              <a:extLst>
                <a:ext uri="{FF2B5EF4-FFF2-40B4-BE49-F238E27FC236}">
                  <a16:creationId xmlns:a16="http://schemas.microsoft.com/office/drawing/2014/main" id="{38BD3687-EB8E-7B5F-6F25-479C301CF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</p:spPr>
        </p:pic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87FE6D6A-6ACE-7B93-B14C-DE2847C2E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B33F06C-0457-7AB0-43C2-362027DDA4B2}"/>
              </a:ext>
            </a:extLst>
          </p:cNvPr>
          <p:cNvSpPr txBox="1"/>
          <p:nvPr/>
        </p:nvSpPr>
        <p:spPr>
          <a:xfrm>
            <a:off x="507914" y="762000"/>
            <a:ext cx="71128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panose="020B0606020202050201" pitchFamily="34" charset="0"/>
                <a:cs typeface="Arial"/>
                <a:sym typeface="Arial"/>
              </a:rPr>
              <a:t>CONTEXTO E OPORTUNIDADE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dirty="0">
                <a:solidFill>
                  <a:srgbClr val="FFFFFF"/>
                </a:solidFill>
                <a:latin typeface="Bebas Neue" panose="020B0606020202050201" pitchFamily="34" charset="0"/>
              </a:rPr>
              <a:t>TRANFORMANDO VIDAS ATRAVÉS DA EDUCAÇÃO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sym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457897A-417D-3A91-4D12-F396E4D7D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3" y="509022"/>
            <a:ext cx="1526168" cy="101745"/>
          </a:xfrm>
          <a:prstGeom prst="rect">
            <a:avLst/>
          </a:prstGeom>
        </p:spPr>
      </p:pic>
      <p:sp>
        <p:nvSpPr>
          <p:cNvPr id="22" name="Google Shape;486;p59">
            <a:extLst>
              <a:ext uri="{FF2B5EF4-FFF2-40B4-BE49-F238E27FC236}">
                <a16:creationId xmlns:a16="http://schemas.microsoft.com/office/drawing/2014/main" id="{C3938928-802C-DAAB-4A5B-411D6A31AB52}"/>
              </a:ext>
            </a:extLst>
          </p:cNvPr>
          <p:cNvSpPr txBox="1"/>
          <p:nvPr/>
        </p:nvSpPr>
        <p:spPr>
          <a:xfrm>
            <a:off x="507533" y="2286000"/>
            <a:ext cx="584344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Associação Passos Mágicos tem uma trajetória de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32 anos de atuação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trabalhando na transformação da vida de crianças e jovens de baixa renda, os levando a melhores oportunidades de vida. A transformação, idealizada por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Michelle </a:t>
            </a:r>
            <a:r>
              <a:rPr lang="pt-BR" sz="1200" b="1" dirty="0" err="1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Flues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pt-BR" sz="1200" b="1" dirty="0" err="1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Dimetri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b="1" dirty="0" err="1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Ivanoff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começou em 1992, atuando dentro de orfanatos, no município de Embu-Guaçu.</a:t>
            </a:r>
          </a:p>
          <a:p>
            <a:pPr lvl="0" algn="just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2016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depois de anos de atuação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, decidem ampliar o programa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que mais jovens tivessem acesso a essa fórmula mágica para transformação que inclui:</a:t>
            </a:r>
          </a:p>
          <a:p>
            <a:pPr marL="285750" lvl="0" indent="-2857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educação de qualidade Cada regional</a:t>
            </a:r>
            <a:endParaRPr lang="pt-BR" sz="1200" b="1" dirty="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auxílio psicológico/psicopedagógico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ampliação de sua visão de mundo e protagonismo</a:t>
            </a:r>
          </a:p>
          <a:p>
            <a:pPr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Foi então que passaram a atuar como um projeto social e educacional, criando assim a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Associação Passos Mágicos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BF9E932-9B55-B849-FCF1-DE02A28CFCD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l="22489"/>
          <a:stretch>
            <a:fillRect/>
          </a:stretch>
        </p:blipFill>
        <p:spPr>
          <a:xfrm>
            <a:off x="6499992" y="439018"/>
            <a:ext cx="5641801" cy="2904947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B41FCAD-84C5-0B25-98BC-A56EF4E4F1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978" y="3135756"/>
            <a:ext cx="5907769" cy="3634877"/>
          </a:xfrm>
          <a:prstGeom prst="flowChartAlternateProcess">
            <a:avLst/>
          </a:prstGeom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84646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A2F0-2DDD-77F8-9CF0-EAE7C0F1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7" name="Agrupar 1356">
            <a:extLst>
              <a:ext uri="{FF2B5EF4-FFF2-40B4-BE49-F238E27FC236}">
                <a16:creationId xmlns:a16="http://schemas.microsoft.com/office/drawing/2014/main" id="{57CAED18-1246-9C24-0AB1-759542CE7094}"/>
              </a:ext>
            </a:extLst>
          </p:cNvPr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358" name="Gráfico 1357">
              <a:extLst>
                <a:ext uri="{FF2B5EF4-FFF2-40B4-BE49-F238E27FC236}">
                  <a16:creationId xmlns:a16="http://schemas.microsoft.com/office/drawing/2014/main" id="{6E3569A1-2561-CD92-675A-B8D068B1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-254000"/>
              <a:ext cx="253957" cy="254000"/>
            </a:xfrm>
            <a:prstGeom prst="rect">
              <a:avLst/>
            </a:prstGeom>
          </p:spPr>
        </p:pic>
        <p:pic>
          <p:nvPicPr>
            <p:cNvPr id="1359" name="Gráfico 1358">
              <a:extLst>
                <a:ext uri="{FF2B5EF4-FFF2-40B4-BE49-F238E27FC236}">
                  <a16:creationId xmlns:a16="http://schemas.microsoft.com/office/drawing/2014/main" id="{7B036E4C-7C11-26F8-95A7-49424C479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915" y="-254000"/>
              <a:ext cx="253957" cy="254000"/>
            </a:xfrm>
            <a:prstGeom prst="rect">
              <a:avLst/>
            </a:prstGeom>
          </p:spPr>
        </p:pic>
        <p:pic>
          <p:nvPicPr>
            <p:cNvPr id="1360" name="Gráfico 1359">
              <a:extLst>
                <a:ext uri="{FF2B5EF4-FFF2-40B4-BE49-F238E27FC236}">
                  <a16:creationId xmlns:a16="http://schemas.microsoft.com/office/drawing/2014/main" id="{727EEA8A-F60A-3EFA-B3DE-8773EDEB4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</p:spPr>
        </p:pic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E62F2A84-D555-F891-DFFA-08FC34F09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</p:spPr>
        </p:pic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508954E4-7023-8869-47FB-491A573A9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</p:spPr>
        </p:pic>
        <p:pic>
          <p:nvPicPr>
            <p:cNvPr id="1363" name="Gráfico 1362">
              <a:extLst>
                <a:ext uri="{FF2B5EF4-FFF2-40B4-BE49-F238E27FC236}">
                  <a16:creationId xmlns:a16="http://schemas.microsoft.com/office/drawing/2014/main" id="{89B964F0-048A-B7EB-611F-CE1ED0C16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</p:spPr>
        </p:pic>
        <p:pic>
          <p:nvPicPr>
            <p:cNvPr id="1364" name="Gráfico 1363">
              <a:extLst>
                <a:ext uri="{FF2B5EF4-FFF2-40B4-BE49-F238E27FC236}">
                  <a16:creationId xmlns:a16="http://schemas.microsoft.com/office/drawing/2014/main" id="{B6282822-C393-2303-C9ED-FA71B236C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</p:spPr>
        </p:pic>
        <p:pic>
          <p:nvPicPr>
            <p:cNvPr id="1365" name="Gráfico 1364">
              <a:extLst>
                <a:ext uri="{FF2B5EF4-FFF2-40B4-BE49-F238E27FC236}">
                  <a16:creationId xmlns:a16="http://schemas.microsoft.com/office/drawing/2014/main" id="{C68DAB00-FA25-BE35-5BD8-9DA120F74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</p:spPr>
        </p:pic>
        <p:pic>
          <p:nvPicPr>
            <p:cNvPr id="1366" name="Gráfico 1365">
              <a:extLst>
                <a:ext uri="{FF2B5EF4-FFF2-40B4-BE49-F238E27FC236}">
                  <a16:creationId xmlns:a16="http://schemas.microsoft.com/office/drawing/2014/main" id="{1137552A-E5C9-4196-D824-AD5A96E63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</p:spPr>
        </p:pic>
        <p:pic>
          <p:nvPicPr>
            <p:cNvPr id="1367" name="Gráfico 1366">
              <a:extLst>
                <a:ext uri="{FF2B5EF4-FFF2-40B4-BE49-F238E27FC236}">
                  <a16:creationId xmlns:a16="http://schemas.microsoft.com/office/drawing/2014/main" id="{9B6153D9-C396-8DC3-741C-0CFB6999B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</p:spPr>
        </p:pic>
        <p:pic>
          <p:nvPicPr>
            <p:cNvPr id="1368" name="Gráfico 1367">
              <a:extLst>
                <a:ext uri="{FF2B5EF4-FFF2-40B4-BE49-F238E27FC236}">
                  <a16:creationId xmlns:a16="http://schemas.microsoft.com/office/drawing/2014/main" id="{DF5697B7-3127-272F-75A3-184844FD6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</p:spPr>
        </p:pic>
        <p:pic>
          <p:nvPicPr>
            <p:cNvPr id="1369" name="Gráfico 1368">
              <a:extLst>
                <a:ext uri="{FF2B5EF4-FFF2-40B4-BE49-F238E27FC236}">
                  <a16:creationId xmlns:a16="http://schemas.microsoft.com/office/drawing/2014/main" id="{3DA9DEBE-ABDF-D4D3-142A-C1D87BF49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</p:spPr>
        </p:pic>
        <p:pic>
          <p:nvPicPr>
            <p:cNvPr id="1370" name="Gráfico 1369">
              <a:extLst>
                <a:ext uri="{FF2B5EF4-FFF2-40B4-BE49-F238E27FC236}">
                  <a16:creationId xmlns:a16="http://schemas.microsoft.com/office/drawing/2014/main" id="{1E81C717-8D56-93C4-9526-3E6984DB9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</p:spPr>
        </p:pic>
        <p:pic>
          <p:nvPicPr>
            <p:cNvPr id="1371" name="Gráfico 1370">
              <a:extLst>
                <a:ext uri="{FF2B5EF4-FFF2-40B4-BE49-F238E27FC236}">
                  <a16:creationId xmlns:a16="http://schemas.microsoft.com/office/drawing/2014/main" id="{97BF09AE-DB07-3CC3-427D-0F3F92E2F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</p:spPr>
        </p:pic>
        <p:pic>
          <p:nvPicPr>
            <p:cNvPr id="1372" name="Gráfico 1371">
              <a:extLst>
                <a:ext uri="{FF2B5EF4-FFF2-40B4-BE49-F238E27FC236}">
                  <a16:creationId xmlns:a16="http://schemas.microsoft.com/office/drawing/2014/main" id="{F93F691A-6572-26AD-7B73-71B497B48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</p:spPr>
        </p:pic>
        <p:pic>
          <p:nvPicPr>
            <p:cNvPr id="1373" name="Gráfico 1372">
              <a:extLst>
                <a:ext uri="{FF2B5EF4-FFF2-40B4-BE49-F238E27FC236}">
                  <a16:creationId xmlns:a16="http://schemas.microsoft.com/office/drawing/2014/main" id="{38ECB92A-24A6-E0E4-B233-0863D8A81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</p:spPr>
        </p:pic>
        <p:pic>
          <p:nvPicPr>
            <p:cNvPr id="1374" name="Gráfico 1373">
              <a:extLst>
                <a:ext uri="{FF2B5EF4-FFF2-40B4-BE49-F238E27FC236}">
                  <a16:creationId xmlns:a16="http://schemas.microsoft.com/office/drawing/2014/main" id="{ADAF32C6-8035-EF4A-E616-0D27EF3F2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</p:spPr>
        </p:pic>
        <p:pic>
          <p:nvPicPr>
            <p:cNvPr id="1375" name="Gráfico 1374">
              <a:extLst>
                <a:ext uri="{FF2B5EF4-FFF2-40B4-BE49-F238E27FC236}">
                  <a16:creationId xmlns:a16="http://schemas.microsoft.com/office/drawing/2014/main" id="{E5BC4B73-F901-1EDB-ABC4-630838899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</p:spPr>
        </p:pic>
        <p:pic>
          <p:nvPicPr>
            <p:cNvPr id="1376" name="Gráfico 1375">
              <a:extLst>
                <a:ext uri="{FF2B5EF4-FFF2-40B4-BE49-F238E27FC236}">
                  <a16:creationId xmlns:a16="http://schemas.microsoft.com/office/drawing/2014/main" id="{BF187A35-A6E0-1A13-9160-4E935D434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</p:spPr>
        </p:pic>
        <p:pic>
          <p:nvPicPr>
            <p:cNvPr id="1377" name="Gráfico 1376">
              <a:extLst>
                <a:ext uri="{FF2B5EF4-FFF2-40B4-BE49-F238E27FC236}">
                  <a16:creationId xmlns:a16="http://schemas.microsoft.com/office/drawing/2014/main" id="{67A52A37-0B21-B33A-D4E2-5103BA71B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</p:spPr>
        </p:pic>
        <p:pic>
          <p:nvPicPr>
            <p:cNvPr id="1378" name="Gráfico 1377">
              <a:extLst>
                <a:ext uri="{FF2B5EF4-FFF2-40B4-BE49-F238E27FC236}">
                  <a16:creationId xmlns:a16="http://schemas.microsoft.com/office/drawing/2014/main" id="{59136427-3F40-9463-37E6-4D8556162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</p:spPr>
        </p:pic>
        <p:pic>
          <p:nvPicPr>
            <p:cNvPr id="1379" name="Gráfico 1378">
              <a:extLst>
                <a:ext uri="{FF2B5EF4-FFF2-40B4-BE49-F238E27FC236}">
                  <a16:creationId xmlns:a16="http://schemas.microsoft.com/office/drawing/2014/main" id="{BFB872CB-2A13-A0BD-D244-30CC99F1E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</p:spPr>
        </p:pic>
        <p:pic>
          <p:nvPicPr>
            <p:cNvPr id="1380" name="Gráfico 1379">
              <a:extLst>
                <a:ext uri="{FF2B5EF4-FFF2-40B4-BE49-F238E27FC236}">
                  <a16:creationId xmlns:a16="http://schemas.microsoft.com/office/drawing/2014/main" id="{F202690F-8532-D91E-8281-B9373E5D0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</p:spPr>
        </p:pic>
        <p:pic>
          <p:nvPicPr>
            <p:cNvPr id="1381" name="Gráfico 1380">
              <a:extLst>
                <a:ext uri="{FF2B5EF4-FFF2-40B4-BE49-F238E27FC236}">
                  <a16:creationId xmlns:a16="http://schemas.microsoft.com/office/drawing/2014/main" id="{02B451AF-020E-7F38-7524-CFFB6F43E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</p:spPr>
        </p:pic>
        <p:pic>
          <p:nvPicPr>
            <p:cNvPr id="1382" name="Gráfico 1381">
              <a:extLst>
                <a:ext uri="{FF2B5EF4-FFF2-40B4-BE49-F238E27FC236}">
                  <a16:creationId xmlns:a16="http://schemas.microsoft.com/office/drawing/2014/main" id="{1E5F3F29-E784-12A3-F6A1-9AC71C26E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</p:spPr>
        </p:pic>
        <p:pic>
          <p:nvPicPr>
            <p:cNvPr id="1383" name="Gráfico 1382">
              <a:extLst>
                <a:ext uri="{FF2B5EF4-FFF2-40B4-BE49-F238E27FC236}">
                  <a16:creationId xmlns:a16="http://schemas.microsoft.com/office/drawing/2014/main" id="{C381DCA1-D45F-B480-94A7-0E45D563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"/>
              <a:ext cx="253957" cy="254000"/>
            </a:xfrm>
            <a:prstGeom prst="rect">
              <a:avLst/>
            </a:prstGeom>
          </p:spPr>
        </p:pic>
        <p:pic>
          <p:nvPicPr>
            <p:cNvPr id="1384" name="Gráfico 1383">
              <a:extLst>
                <a:ext uri="{FF2B5EF4-FFF2-40B4-BE49-F238E27FC236}">
                  <a16:creationId xmlns:a16="http://schemas.microsoft.com/office/drawing/2014/main" id="{D5112860-2B96-0FA8-A150-59051FF30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</p:spPr>
        </p:pic>
        <p:pic>
          <p:nvPicPr>
            <p:cNvPr id="1385" name="Gráfico 1384">
              <a:extLst>
                <a:ext uri="{FF2B5EF4-FFF2-40B4-BE49-F238E27FC236}">
                  <a16:creationId xmlns:a16="http://schemas.microsoft.com/office/drawing/2014/main" id="{29F05090-D549-77D7-3695-04F234827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</p:spPr>
        </p:pic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38AE0D09-3667-5430-E60F-EFD8932B3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</p:spPr>
        </p:pic>
        <p:pic>
          <p:nvPicPr>
            <p:cNvPr id="1387" name="Gráfico 1386">
              <a:extLst>
                <a:ext uri="{FF2B5EF4-FFF2-40B4-BE49-F238E27FC236}">
                  <a16:creationId xmlns:a16="http://schemas.microsoft.com/office/drawing/2014/main" id="{1E3EBD07-5B07-3624-C118-DC59AF4AA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</p:spPr>
        </p:pic>
        <p:pic>
          <p:nvPicPr>
            <p:cNvPr id="1388" name="Gráfico 1387">
              <a:extLst>
                <a:ext uri="{FF2B5EF4-FFF2-40B4-BE49-F238E27FC236}">
                  <a16:creationId xmlns:a16="http://schemas.microsoft.com/office/drawing/2014/main" id="{734480BB-88B9-784C-7BAB-CE4FFCA24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</p:spPr>
        </p:pic>
        <p:pic>
          <p:nvPicPr>
            <p:cNvPr id="1389" name="Gráfico 1388">
              <a:extLst>
                <a:ext uri="{FF2B5EF4-FFF2-40B4-BE49-F238E27FC236}">
                  <a16:creationId xmlns:a16="http://schemas.microsoft.com/office/drawing/2014/main" id="{29EA30AC-AA8D-E1D3-6AD2-30BD6E6FE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</p:spPr>
        </p:pic>
        <p:pic>
          <p:nvPicPr>
            <p:cNvPr id="1390" name="Gráfico 1389">
              <a:extLst>
                <a:ext uri="{FF2B5EF4-FFF2-40B4-BE49-F238E27FC236}">
                  <a16:creationId xmlns:a16="http://schemas.microsoft.com/office/drawing/2014/main" id="{F8F0C26F-1B95-FC9A-9B2B-F9D807B1E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</p:spPr>
        </p:pic>
        <p:pic>
          <p:nvPicPr>
            <p:cNvPr id="1391" name="Gráfico 1390">
              <a:extLst>
                <a:ext uri="{FF2B5EF4-FFF2-40B4-BE49-F238E27FC236}">
                  <a16:creationId xmlns:a16="http://schemas.microsoft.com/office/drawing/2014/main" id="{AEC43605-539C-463B-F13C-B69AB506D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</p:spPr>
        </p:pic>
        <p:pic>
          <p:nvPicPr>
            <p:cNvPr id="1392" name="Gráfico 1391">
              <a:extLst>
                <a:ext uri="{FF2B5EF4-FFF2-40B4-BE49-F238E27FC236}">
                  <a16:creationId xmlns:a16="http://schemas.microsoft.com/office/drawing/2014/main" id="{7F7781D3-16DA-DBE4-B199-13FDD86B9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</p:spPr>
        </p:pic>
        <p:pic>
          <p:nvPicPr>
            <p:cNvPr id="1393" name="Gráfico 1392">
              <a:extLst>
                <a:ext uri="{FF2B5EF4-FFF2-40B4-BE49-F238E27FC236}">
                  <a16:creationId xmlns:a16="http://schemas.microsoft.com/office/drawing/2014/main" id="{BC96ACA5-DD99-9B02-D64A-30B7DBEBC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</p:spPr>
        </p:pic>
        <p:pic>
          <p:nvPicPr>
            <p:cNvPr id="1394" name="Gráfico 1393">
              <a:extLst>
                <a:ext uri="{FF2B5EF4-FFF2-40B4-BE49-F238E27FC236}">
                  <a16:creationId xmlns:a16="http://schemas.microsoft.com/office/drawing/2014/main" id="{EEF7A12C-5083-5DE4-D3A7-53B3EE07C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</p:spPr>
        </p:pic>
        <p:pic>
          <p:nvPicPr>
            <p:cNvPr id="1395" name="Gráfico 1394">
              <a:extLst>
                <a:ext uri="{FF2B5EF4-FFF2-40B4-BE49-F238E27FC236}">
                  <a16:creationId xmlns:a16="http://schemas.microsoft.com/office/drawing/2014/main" id="{A30A1927-10CF-DC61-AF4E-B5C3B5C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</p:spPr>
        </p:pic>
        <p:pic>
          <p:nvPicPr>
            <p:cNvPr id="1396" name="Gráfico 1395">
              <a:extLst>
                <a:ext uri="{FF2B5EF4-FFF2-40B4-BE49-F238E27FC236}">
                  <a16:creationId xmlns:a16="http://schemas.microsoft.com/office/drawing/2014/main" id="{1C73E111-7098-CA96-C801-B82251517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0"/>
              <a:ext cx="253957" cy="254000"/>
            </a:xfrm>
            <a:prstGeom prst="rect">
              <a:avLst/>
            </a:prstGeom>
          </p:spPr>
        </p:pic>
        <p:pic>
          <p:nvPicPr>
            <p:cNvPr id="1397" name="Gráfico 1396">
              <a:extLst>
                <a:ext uri="{FF2B5EF4-FFF2-40B4-BE49-F238E27FC236}">
                  <a16:creationId xmlns:a16="http://schemas.microsoft.com/office/drawing/2014/main" id="{77FB9799-6956-3195-4755-51F97008E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</p:spPr>
        </p:pic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C43FA6E0-EBEC-1437-EF02-7E5F5B9CF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0" y="-36749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E05EEB1-CFC5-A6C8-DD91-899A8E1E840B}"/>
              </a:ext>
            </a:extLst>
          </p:cNvPr>
          <p:cNvSpPr txBox="1"/>
          <p:nvPr/>
        </p:nvSpPr>
        <p:spPr>
          <a:xfrm>
            <a:off x="507914" y="762000"/>
            <a:ext cx="71128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panose="020B0606020202050201" pitchFamily="34" charset="0"/>
                <a:cs typeface="Arial"/>
                <a:sym typeface="Arial"/>
              </a:rPr>
              <a:t>METODOLOGIA</a:t>
            </a:r>
          </a:p>
          <a:p>
            <a:pPr lvl="0">
              <a:defRPr/>
            </a:pPr>
            <a:r>
              <a:rPr lang="pt-BR" sz="2000" dirty="0">
                <a:solidFill>
                  <a:srgbClr val="FFFFFF"/>
                </a:solidFill>
                <a:latin typeface="Bebas Neue" panose="020B0606020202050201" pitchFamily="34" charset="0"/>
              </a:rPr>
              <a:t>Transformando Dados em Oportunidades Educacionais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cs typeface="Arial"/>
              <a:sym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1ED1A1-8446-C0C4-5528-4D39E6139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3" y="509022"/>
            <a:ext cx="1526168" cy="101745"/>
          </a:xfrm>
          <a:prstGeom prst="rect">
            <a:avLst/>
          </a:prstGeom>
        </p:spPr>
      </p:pic>
      <p:sp>
        <p:nvSpPr>
          <p:cNvPr id="22" name="Google Shape;486;p59">
            <a:extLst>
              <a:ext uri="{FF2B5EF4-FFF2-40B4-BE49-F238E27FC236}">
                <a16:creationId xmlns:a16="http://schemas.microsoft.com/office/drawing/2014/main" id="{B8E11F6F-94B5-0306-583D-7B0D62EED5C2}"/>
              </a:ext>
            </a:extLst>
          </p:cNvPr>
          <p:cNvSpPr txBox="1"/>
          <p:nvPr/>
        </p:nvSpPr>
        <p:spPr>
          <a:xfrm>
            <a:off x="507533" y="2286000"/>
            <a:ext cx="584344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auxiliar a instituição continuar crescendo, usamos uma abordagem analítica rigorosa baseada em dados. Para isso, usamos: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Análise Exploratória: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Estatísticas descritivas, correlações, distribuições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Engenharia de Features: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 indicadores + 4 features derivadas + Tratamento dos dados nulos e vazios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Modelagem Preditiva: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 +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Boosting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realizar previsão de risco de defasagem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Validação: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Validação cruzada 5-fold, métricas múltiplas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Implementação: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Aplicação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interativa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A0791A0-9FEE-3EF2-A5F1-38CECC765998}"/>
              </a:ext>
            </a:extLst>
          </p:cNvPr>
          <p:cNvGrpSpPr/>
          <p:nvPr/>
        </p:nvGrpSpPr>
        <p:grpSpPr>
          <a:xfrm>
            <a:off x="10227196" y="5080000"/>
            <a:ext cx="1260000" cy="1802518"/>
            <a:chOff x="8196539" y="3643009"/>
            <a:chExt cx="1260000" cy="1802518"/>
          </a:xfrm>
        </p:grpSpPr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3DAEE1F0-7357-6EAC-F49E-911774CA2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96539" y="3643009"/>
              <a:ext cx="1260000" cy="126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D47ECC9-63D9-6B68-0EDC-C303B8917A13}"/>
                </a:ext>
              </a:extLst>
            </p:cNvPr>
            <p:cNvSpPr txBox="1"/>
            <p:nvPr/>
          </p:nvSpPr>
          <p:spPr>
            <a:xfrm>
              <a:off x="8316994" y="4968473"/>
              <a:ext cx="101909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25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ebas Neue" panose="020B0606020202050201" pitchFamily="34" charset="0"/>
                  <a:cs typeface="Arial"/>
                  <a:sym typeface="Arial"/>
                </a:rPr>
                <a:t>PYTHON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97843460-E942-0AEC-4079-81BBBCF2137A}"/>
              </a:ext>
            </a:extLst>
          </p:cNvPr>
          <p:cNvGrpSpPr/>
          <p:nvPr/>
        </p:nvGrpSpPr>
        <p:grpSpPr>
          <a:xfrm>
            <a:off x="7749819" y="3719477"/>
            <a:ext cx="1260000" cy="1766238"/>
            <a:chOff x="10311668" y="4988542"/>
            <a:chExt cx="1260000" cy="1766238"/>
          </a:xfrm>
        </p:grpSpPr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73C56BBF-CD63-F012-BF9D-8236AFC1B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11668" y="4988542"/>
              <a:ext cx="1260000" cy="126000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21321B9-EFDF-0ADD-34D5-4BFA1EE1E75D}"/>
                </a:ext>
              </a:extLst>
            </p:cNvPr>
            <p:cNvSpPr txBox="1"/>
            <p:nvPr/>
          </p:nvSpPr>
          <p:spPr>
            <a:xfrm>
              <a:off x="10453208" y="6277726"/>
              <a:ext cx="101909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pt-BR" sz="2500" dirty="0">
                  <a:solidFill>
                    <a:srgbClr val="FFC000"/>
                  </a:solidFill>
                  <a:latin typeface="Bebas Neue" panose="020B0606020202050201" pitchFamily="34" charset="0"/>
                </a:rPr>
                <a:t>pandas</a:t>
              </a:r>
              <a:endParaRPr kumimoji="0" lang="pt-BR" sz="25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33A47AA6-6025-004A-6508-6932343E240A}"/>
              </a:ext>
            </a:extLst>
          </p:cNvPr>
          <p:cNvGrpSpPr/>
          <p:nvPr/>
        </p:nvGrpSpPr>
        <p:grpSpPr>
          <a:xfrm>
            <a:off x="10141911" y="2332352"/>
            <a:ext cx="1269788" cy="1511695"/>
            <a:chOff x="10414297" y="2008494"/>
            <a:chExt cx="1269788" cy="1511695"/>
          </a:xfrm>
        </p:grpSpPr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A1323A1B-F6D0-44A3-2317-892F36430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414297" y="2008494"/>
              <a:ext cx="1260000" cy="1260000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4C1A1B4-4F21-5BB8-EE1A-902D691321F7}"/>
                </a:ext>
              </a:extLst>
            </p:cNvPr>
            <p:cNvSpPr txBox="1"/>
            <p:nvPr/>
          </p:nvSpPr>
          <p:spPr>
            <a:xfrm>
              <a:off x="10424085" y="3043135"/>
              <a:ext cx="126000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25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Bebas Neue" panose="020B0606020202050201" pitchFamily="34" charset="0"/>
                  <a:cs typeface="Arial"/>
                  <a:sym typeface="Arial"/>
                </a:rPr>
                <a:t>STREAMLIT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8F360AEA-A79D-6C4B-E779-E6E476852804}"/>
              </a:ext>
            </a:extLst>
          </p:cNvPr>
          <p:cNvGrpSpPr/>
          <p:nvPr/>
        </p:nvGrpSpPr>
        <p:grpSpPr>
          <a:xfrm>
            <a:off x="7603384" y="1438389"/>
            <a:ext cx="1565907" cy="1252586"/>
            <a:chOff x="8128679" y="1438389"/>
            <a:chExt cx="1565907" cy="1252586"/>
          </a:xfrm>
        </p:grpSpPr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642C30FC-96D7-620E-CDEA-62CA26800E32}"/>
                </a:ext>
              </a:extLst>
            </p:cNvPr>
            <p:cNvSpPr/>
            <p:nvPr/>
          </p:nvSpPr>
          <p:spPr>
            <a:xfrm>
              <a:off x="8798506" y="1438389"/>
              <a:ext cx="683326" cy="679186"/>
            </a:xfrm>
            <a:custGeom>
              <a:avLst/>
              <a:gdLst>
                <a:gd name="csX0" fmla="*/ 548887 w 683326"/>
                <a:gd name="csY0" fmla="*/ 577140 h 679186"/>
                <a:gd name="csX1" fmla="*/ 605980 w 683326"/>
                <a:gd name="csY1" fmla="*/ 77274 h 679186"/>
                <a:gd name="csX2" fmla="*/ 105918 w 683326"/>
                <a:gd name="csY2" fmla="*/ 134368 h 679186"/>
                <a:gd name="csX3" fmla="*/ 48824 w 683326"/>
                <a:gd name="csY3" fmla="*/ 634234 h 679186"/>
                <a:gd name="csX4" fmla="*/ 548887 w 683326"/>
                <a:gd name="csY4" fmla="*/ 577140 h 679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3326" h="679186">
                  <a:moveTo>
                    <a:pt x="548887" y="577140"/>
                  </a:moveTo>
                  <a:cubicBezTo>
                    <a:pt x="702744" y="423381"/>
                    <a:pt x="728338" y="199534"/>
                    <a:pt x="605980" y="77274"/>
                  </a:cubicBezTo>
                  <a:cubicBezTo>
                    <a:pt x="483623" y="-44985"/>
                    <a:pt x="259776" y="-19391"/>
                    <a:pt x="105918" y="134368"/>
                  </a:cubicBezTo>
                  <a:cubicBezTo>
                    <a:pt x="-47940" y="288127"/>
                    <a:pt x="-3446" y="582062"/>
                    <a:pt x="48824" y="634234"/>
                  </a:cubicBezTo>
                  <a:cubicBezTo>
                    <a:pt x="91054" y="676463"/>
                    <a:pt x="395029" y="730899"/>
                    <a:pt x="548887" y="577140"/>
                  </a:cubicBezTo>
                  <a:close/>
                </a:path>
              </a:pathLst>
            </a:custGeom>
            <a:solidFill>
              <a:srgbClr val="F89939"/>
            </a:solidFill>
            <a:ln w="9823" cap="flat">
              <a:noFill/>
              <a:prstDash val="solid"/>
              <a:miter/>
            </a:ln>
          </p:spPr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9982208E-7E9C-1AF5-F57D-03197A40AB3F}"/>
                </a:ext>
              </a:extLst>
            </p:cNvPr>
            <p:cNvSpPr/>
            <p:nvPr/>
          </p:nvSpPr>
          <p:spPr>
            <a:xfrm>
              <a:off x="8380966" y="1715400"/>
              <a:ext cx="394346" cy="396221"/>
            </a:xfrm>
            <a:custGeom>
              <a:avLst/>
              <a:gdLst>
                <a:gd name="csX0" fmla="*/ 335048 w 394346"/>
                <a:gd name="csY0" fmla="*/ 77956 h 396221"/>
                <a:gd name="csX1" fmla="*/ 44855 w 394346"/>
                <a:gd name="csY1" fmla="*/ 44782 h 396221"/>
                <a:gd name="csX2" fmla="*/ 78028 w 394346"/>
                <a:gd name="csY2" fmla="*/ 334779 h 396221"/>
                <a:gd name="csX3" fmla="*/ 368222 w 394346"/>
                <a:gd name="csY3" fmla="*/ 367953 h 396221"/>
                <a:gd name="csX4" fmla="*/ 335048 w 394346"/>
                <a:gd name="csY4" fmla="*/ 77956 h 396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4346" h="396221">
                  <a:moveTo>
                    <a:pt x="335048" y="77956"/>
                  </a:moveTo>
                  <a:cubicBezTo>
                    <a:pt x="245765" y="-11229"/>
                    <a:pt x="115828" y="-26093"/>
                    <a:pt x="44855" y="44782"/>
                  </a:cubicBezTo>
                  <a:cubicBezTo>
                    <a:pt x="-26119" y="115756"/>
                    <a:pt x="-11255" y="245595"/>
                    <a:pt x="78028" y="334779"/>
                  </a:cubicBezTo>
                  <a:cubicBezTo>
                    <a:pt x="167311" y="424062"/>
                    <a:pt x="337903" y="398173"/>
                    <a:pt x="368222" y="367953"/>
                  </a:cubicBezTo>
                  <a:cubicBezTo>
                    <a:pt x="392733" y="343442"/>
                    <a:pt x="424430" y="167140"/>
                    <a:pt x="335048" y="77956"/>
                  </a:cubicBezTo>
                  <a:close/>
                </a:path>
              </a:pathLst>
            </a:custGeom>
            <a:solidFill>
              <a:srgbClr val="3499CD"/>
            </a:solidFill>
            <a:ln w="9823" cap="flat">
              <a:noFill/>
              <a:prstDash val="solid"/>
              <a:miter/>
            </a:ln>
          </p:spPr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939EE66-A28C-05B9-C992-94EAD241BDDB}"/>
                </a:ext>
              </a:extLst>
            </p:cNvPr>
            <p:cNvSpPr txBox="1"/>
            <p:nvPr/>
          </p:nvSpPr>
          <p:spPr>
            <a:xfrm>
              <a:off x="8128679" y="2213921"/>
              <a:ext cx="156590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pt-BR" sz="2500" dirty="0" err="1">
                  <a:solidFill>
                    <a:srgbClr val="FFC000"/>
                  </a:solidFill>
                  <a:latin typeface="Bebas Neue" panose="020B0606020202050201" pitchFamily="34" charset="0"/>
                </a:rPr>
                <a:t>Scikit-learn</a:t>
              </a:r>
              <a:endParaRPr kumimoji="0" lang="pt-BR" sz="25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Bebas Neue" panose="020B0606020202050201" pitchFamily="34" charset="0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8209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8779-564A-79FF-6D07-866D2A62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5813C4-0D3E-A948-21B4-5E0FDE32A1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r="24534"/>
          <a:stretch>
            <a:fillRect/>
          </a:stretch>
        </p:blipFill>
        <p:spPr>
          <a:xfrm>
            <a:off x="4192339" y="137268"/>
            <a:ext cx="7999661" cy="6604000"/>
          </a:xfrm>
          <a:prstGeom prst="rect">
            <a:avLst/>
          </a:prstGeom>
        </p:spPr>
      </p:pic>
      <p:grpSp>
        <p:nvGrpSpPr>
          <p:cNvPr id="1357" name="Agrupar 1356">
            <a:extLst>
              <a:ext uri="{FF2B5EF4-FFF2-40B4-BE49-F238E27FC236}">
                <a16:creationId xmlns:a16="http://schemas.microsoft.com/office/drawing/2014/main" id="{0FD921B2-526E-E408-CFB2-41ED2ABC7ED8}"/>
              </a:ext>
            </a:extLst>
          </p:cNvPr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358" name="Gráfico 1357">
              <a:extLst>
                <a:ext uri="{FF2B5EF4-FFF2-40B4-BE49-F238E27FC236}">
                  <a16:creationId xmlns:a16="http://schemas.microsoft.com/office/drawing/2014/main" id="{D3B3D139-8384-1481-9908-36675727E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-254000"/>
              <a:ext cx="253957" cy="254000"/>
            </a:xfrm>
            <a:prstGeom prst="rect">
              <a:avLst/>
            </a:prstGeom>
          </p:spPr>
        </p:pic>
        <p:pic>
          <p:nvPicPr>
            <p:cNvPr id="1359" name="Gráfico 1358">
              <a:extLst>
                <a:ext uri="{FF2B5EF4-FFF2-40B4-BE49-F238E27FC236}">
                  <a16:creationId xmlns:a16="http://schemas.microsoft.com/office/drawing/2014/main" id="{0B698C9A-A82C-77AB-F593-ABD58553B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7915" y="-254000"/>
              <a:ext cx="253957" cy="254000"/>
            </a:xfrm>
            <a:prstGeom prst="rect">
              <a:avLst/>
            </a:prstGeom>
          </p:spPr>
        </p:pic>
        <p:pic>
          <p:nvPicPr>
            <p:cNvPr id="1360" name="Gráfico 1359">
              <a:extLst>
                <a:ext uri="{FF2B5EF4-FFF2-40B4-BE49-F238E27FC236}">
                  <a16:creationId xmlns:a16="http://schemas.microsoft.com/office/drawing/2014/main" id="{CD7D5BB7-B0E7-0144-6083-26E856D9B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</p:spPr>
        </p:pic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988A0B41-E890-E919-4BE4-8D87189FF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</p:spPr>
        </p:pic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69DC18E8-9C51-004E-E3B6-3B78DA9F4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</p:spPr>
        </p:pic>
        <p:pic>
          <p:nvPicPr>
            <p:cNvPr id="1363" name="Gráfico 1362">
              <a:extLst>
                <a:ext uri="{FF2B5EF4-FFF2-40B4-BE49-F238E27FC236}">
                  <a16:creationId xmlns:a16="http://schemas.microsoft.com/office/drawing/2014/main" id="{9B63A61A-BE57-F9DE-154F-7B1DDF7F9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</p:spPr>
        </p:pic>
        <p:pic>
          <p:nvPicPr>
            <p:cNvPr id="1364" name="Gráfico 1363">
              <a:extLst>
                <a:ext uri="{FF2B5EF4-FFF2-40B4-BE49-F238E27FC236}">
                  <a16:creationId xmlns:a16="http://schemas.microsoft.com/office/drawing/2014/main" id="{9145BF10-906C-42A7-1B4C-C7AA46E8F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</p:spPr>
        </p:pic>
        <p:pic>
          <p:nvPicPr>
            <p:cNvPr id="1365" name="Gráfico 1364">
              <a:extLst>
                <a:ext uri="{FF2B5EF4-FFF2-40B4-BE49-F238E27FC236}">
                  <a16:creationId xmlns:a16="http://schemas.microsoft.com/office/drawing/2014/main" id="{2F14D5C1-6F54-B219-93D6-0A50D1C89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</p:spPr>
        </p:pic>
        <p:pic>
          <p:nvPicPr>
            <p:cNvPr id="1366" name="Gráfico 1365">
              <a:extLst>
                <a:ext uri="{FF2B5EF4-FFF2-40B4-BE49-F238E27FC236}">
                  <a16:creationId xmlns:a16="http://schemas.microsoft.com/office/drawing/2014/main" id="{9F9FB35D-CC55-27CB-F921-495291543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</p:spPr>
        </p:pic>
        <p:pic>
          <p:nvPicPr>
            <p:cNvPr id="1367" name="Gráfico 1366">
              <a:extLst>
                <a:ext uri="{FF2B5EF4-FFF2-40B4-BE49-F238E27FC236}">
                  <a16:creationId xmlns:a16="http://schemas.microsoft.com/office/drawing/2014/main" id="{88653EB7-CAA9-24B3-758F-C26ECEF01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</p:spPr>
        </p:pic>
        <p:pic>
          <p:nvPicPr>
            <p:cNvPr id="1368" name="Gráfico 1367">
              <a:extLst>
                <a:ext uri="{FF2B5EF4-FFF2-40B4-BE49-F238E27FC236}">
                  <a16:creationId xmlns:a16="http://schemas.microsoft.com/office/drawing/2014/main" id="{9F155C2A-1226-B5E2-37B8-DED1CCC6A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</p:spPr>
        </p:pic>
        <p:pic>
          <p:nvPicPr>
            <p:cNvPr id="1369" name="Gráfico 1368">
              <a:extLst>
                <a:ext uri="{FF2B5EF4-FFF2-40B4-BE49-F238E27FC236}">
                  <a16:creationId xmlns:a16="http://schemas.microsoft.com/office/drawing/2014/main" id="{349D7083-0EC9-79A8-DBD4-B401035A1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</p:spPr>
        </p:pic>
        <p:pic>
          <p:nvPicPr>
            <p:cNvPr id="1370" name="Gráfico 1369">
              <a:extLst>
                <a:ext uri="{FF2B5EF4-FFF2-40B4-BE49-F238E27FC236}">
                  <a16:creationId xmlns:a16="http://schemas.microsoft.com/office/drawing/2014/main" id="{241DF0B7-3904-E83C-E0EB-2948CC209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</p:spPr>
        </p:pic>
        <p:pic>
          <p:nvPicPr>
            <p:cNvPr id="1371" name="Gráfico 1370">
              <a:extLst>
                <a:ext uri="{FF2B5EF4-FFF2-40B4-BE49-F238E27FC236}">
                  <a16:creationId xmlns:a16="http://schemas.microsoft.com/office/drawing/2014/main" id="{C92C26BA-C5DB-A428-E30A-C688E7C1D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</p:spPr>
        </p:pic>
        <p:pic>
          <p:nvPicPr>
            <p:cNvPr id="1372" name="Gráfico 1371">
              <a:extLst>
                <a:ext uri="{FF2B5EF4-FFF2-40B4-BE49-F238E27FC236}">
                  <a16:creationId xmlns:a16="http://schemas.microsoft.com/office/drawing/2014/main" id="{82FD574D-901C-4F8A-1B11-B49D26A19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</p:spPr>
        </p:pic>
        <p:pic>
          <p:nvPicPr>
            <p:cNvPr id="1373" name="Gráfico 1372">
              <a:extLst>
                <a:ext uri="{FF2B5EF4-FFF2-40B4-BE49-F238E27FC236}">
                  <a16:creationId xmlns:a16="http://schemas.microsoft.com/office/drawing/2014/main" id="{A4986B2E-1147-730B-E760-AB4ADB116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</p:spPr>
        </p:pic>
        <p:pic>
          <p:nvPicPr>
            <p:cNvPr id="1374" name="Gráfico 1373">
              <a:extLst>
                <a:ext uri="{FF2B5EF4-FFF2-40B4-BE49-F238E27FC236}">
                  <a16:creationId xmlns:a16="http://schemas.microsoft.com/office/drawing/2014/main" id="{711B0D43-CDF3-5C7F-78A3-E651253E6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</p:spPr>
        </p:pic>
        <p:pic>
          <p:nvPicPr>
            <p:cNvPr id="1375" name="Gráfico 1374">
              <a:extLst>
                <a:ext uri="{FF2B5EF4-FFF2-40B4-BE49-F238E27FC236}">
                  <a16:creationId xmlns:a16="http://schemas.microsoft.com/office/drawing/2014/main" id="{DE12B6ED-458F-6C3A-0E41-9DB43739C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</p:spPr>
        </p:pic>
        <p:pic>
          <p:nvPicPr>
            <p:cNvPr id="1376" name="Gráfico 1375">
              <a:extLst>
                <a:ext uri="{FF2B5EF4-FFF2-40B4-BE49-F238E27FC236}">
                  <a16:creationId xmlns:a16="http://schemas.microsoft.com/office/drawing/2014/main" id="{45111329-6DEE-59B2-0335-8F94D0E9C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</p:spPr>
        </p:pic>
        <p:pic>
          <p:nvPicPr>
            <p:cNvPr id="1377" name="Gráfico 1376">
              <a:extLst>
                <a:ext uri="{FF2B5EF4-FFF2-40B4-BE49-F238E27FC236}">
                  <a16:creationId xmlns:a16="http://schemas.microsoft.com/office/drawing/2014/main" id="{3DD4DB8B-6C6E-91B4-72EB-23E329280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</p:spPr>
        </p:pic>
        <p:pic>
          <p:nvPicPr>
            <p:cNvPr id="1378" name="Gráfico 1377">
              <a:extLst>
                <a:ext uri="{FF2B5EF4-FFF2-40B4-BE49-F238E27FC236}">
                  <a16:creationId xmlns:a16="http://schemas.microsoft.com/office/drawing/2014/main" id="{0DB6430F-41A1-3B93-E3A0-52CFBF788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</p:spPr>
        </p:pic>
        <p:pic>
          <p:nvPicPr>
            <p:cNvPr id="1379" name="Gráfico 1378">
              <a:extLst>
                <a:ext uri="{FF2B5EF4-FFF2-40B4-BE49-F238E27FC236}">
                  <a16:creationId xmlns:a16="http://schemas.microsoft.com/office/drawing/2014/main" id="{DBD97D73-E6E8-A02B-B8B4-40ED9E656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</p:spPr>
        </p:pic>
        <p:pic>
          <p:nvPicPr>
            <p:cNvPr id="1380" name="Gráfico 1379">
              <a:extLst>
                <a:ext uri="{FF2B5EF4-FFF2-40B4-BE49-F238E27FC236}">
                  <a16:creationId xmlns:a16="http://schemas.microsoft.com/office/drawing/2014/main" id="{32698529-D681-57BE-8320-021FDF0DA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</p:spPr>
        </p:pic>
        <p:pic>
          <p:nvPicPr>
            <p:cNvPr id="1381" name="Gráfico 1380">
              <a:extLst>
                <a:ext uri="{FF2B5EF4-FFF2-40B4-BE49-F238E27FC236}">
                  <a16:creationId xmlns:a16="http://schemas.microsoft.com/office/drawing/2014/main" id="{709844A5-3CE0-C165-C82C-3A529D933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</p:spPr>
        </p:pic>
        <p:pic>
          <p:nvPicPr>
            <p:cNvPr id="1382" name="Gráfico 1381">
              <a:extLst>
                <a:ext uri="{FF2B5EF4-FFF2-40B4-BE49-F238E27FC236}">
                  <a16:creationId xmlns:a16="http://schemas.microsoft.com/office/drawing/2014/main" id="{CE49E2E8-B299-B659-8B70-21634ABB7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</p:spPr>
        </p:pic>
        <p:pic>
          <p:nvPicPr>
            <p:cNvPr id="1383" name="Gráfico 1382">
              <a:extLst>
                <a:ext uri="{FF2B5EF4-FFF2-40B4-BE49-F238E27FC236}">
                  <a16:creationId xmlns:a16="http://schemas.microsoft.com/office/drawing/2014/main" id="{DF67070B-961E-5307-86C7-A8845A75D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508000"/>
              <a:ext cx="253957" cy="254000"/>
            </a:xfrm>
            <a:prstGeom prst="rect">
              <a:avLst/>
            </a:prstGeom>
          </p:spPr>
        </p:pic>
        <p:pic>
          <p:nvPicPr>
            <p:cNvPr id="1384" name="Gráfico 1383">
              <a:extLst>
                <a:ext uri="{FF2B5EF4-FFF2-40B4-BE49-F238E27FC236}">
                  <a16:creationId xmlns:a16="http://schemas.microsoft.com/office/drawing/2014/main" id="{D1025C74-82B4-2E62-12D7-069554CE5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</p:spPr>
        </p:pic>
        <p:pic>
          <p:nvPicPr>
            <p:cNvPr id="1385" name="Gráfico 1384">
              <a:extLst>
                <a:ext uri="{FF2B5EF4-FFF2-40B4-BE49-F238E27FC236}">
                  <a16:creationId xmlns:a16="http://schemas.microsoft.com/office/drawing/2014/main" id="{4E5CD281-2F12-43DF-B018-C2400B589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</p:spPr>
        </p:pic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3A2D6CC8-7D38-37F1-0062-EFB9644B1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</p:spPr>
        </p:pic>
        <p:pic>
          <p:nvPicPr>
            <p:cNvPr id="1387" name="Gráfico 1386">
              <a:extLst>
                <a:ext uri="{FF2B5EF4-FFF2-40B4-BE49-F238E27FC236}">
                  <a16:creationId xmlns:a16="http://schemas.microsoft.com/office/drawing/2014/main" id="{D804EB98-2002-2614-B68E-9ADF0CBA5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</p:spPr>
        </p:pic>
        <p:pic>
          <p:nvPicPr>
            <p:cNvPr id="1388" name="Gráfico 1387">
              <a:extLst>
                <a:ext uri="{FF2B5EF4-FFF2-40B4-BE49-F238E27FC236}">
                  <a16:creationId xmlns:a16="http://schemas.microsoft.com/office/drawing/2014/main" id="{C34DE7F0-A7C3-414B-A149-6312609A9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</p:spPr>
        </p:pic>
        <p:pic>
          <p:nvPicPr>
            <p:cNvPr id="1389" name="Gráfico 1388">
              <a:extLst>
                <a:ext uri="{FF2B5EF4-FFF2-40B4-BE49-F238E27FC236}">
                  <a16:creationId xmlns:a16="http://schemas.microsoft.com/office/drawing/2014/main" id="{F2C426A5-89A8-5F13-CD51-FB446FA95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</p:spPr>
        </p:pic>
        <p:pic>
          <p:nvPicPr>
            <p:cNvPr id="1390" name="Gráfico 1389">
              <a:extLst>
                <a:ext uri="{FF2B5EF4-FFF2-40B4-BE49-F238E27FC236}">
                  <a16:creationId xmlns:a16="http://schemas.microsoft.com/office/drawing/2014/main" id="{194D4482-2B81-D3B3-1FA6-8016C668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</p:spPr>
        </p:pic>
        <p:pic>
          <p:nvPicPr>
            <p:cNvPr id="1391" name="Gráfico 1390">
              <a:extLst>
                <a:ext uri="{FF2B5EF4-FFF2-40B4-BE49-F238E27FC236}">
                  <a16:creationId xmlns:a16="http://schemas.microsoft.com/office/drawing/2014/main" id="{68AACACD-864B-BA91-8484-7C2B27EAD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</p:spPr>
        </p:pic>
        <p:pic>
          <p:nvPicPr>
            <p:cNvPr id="1392" name="Gráfico 1391">
              <a:extLst>
                <a:ext uri="{FF2B5EF4-FFF2-40B4-BE49-F238E27FC236}">
                  <a16:creationId xmlns:a16="http://schemas.microsoft.com/office/drawing/2014/main" id="{9FD93BB0-2D01-F1C2-032B-BB8D0BF12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</p:spPr>
        </p:pic>
        <p:pic>
          <p:nvPicPr>
            <p:cNvPr id="1393" name="Gráfico 1392">
              <a:extLst>
                <a:ext uri="{FF2B5EF4-FFF2-40B4-BE49-F238E27FC236}">
                  <a16:creationId xmlns:a16="http://schemas.microsoft.com/office/drawing/2014/main" id="{6CBF0B0B-0E33-30E5-7A5F-B747A0D3A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</p:spPr>
        </p:pic>
        <p:pic>
          <p:nvPicPr>
            <p:cNvPr id="1394" name="Gráfico 1393">
              <a:extLst>
                <a:ext uri="{FF2B5EF4-FFF2-40B4-BE49-F238E27FC236}">
                  <a16:creationId xmlns:a16="http://schemas.microsoft.com/office/drawing/2014/main" id="{585598B0-7411-7F2E-2E2D-199B76E21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</p:spPr>
        </p:pic>
        <p:pic>
          <p:nvPicPr>
            <p:cNvPr id="1395" name="Gráfico 1394">
              <a:extLst>
                <a:ext uri="{FF2B5EF4-FFF2-40B4-BE49-F238E27FC236}">
                  <a16:creationId xmlns:a16="http://schemas.microsoft.com/office/drawing/2014/main" id="{09DE299C-FC07-8784-A4F4-F53367FD3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</p:spPr>
        </p:pic>
        <p:pic>
          <p:nvPicPr>
            <p:cNvPr id="1396" name="Gráfico 1395">
              <a:extLst>
                <a:ext uri="{FF2B5EF4-FFF2-40B4-BE49-F238E27FC236}">
                  <a16:creationId xmlns:a16="http://schemas.microsoft.com/office/drawing/2014/main" id="{7AB88DAA-C25B-18EB-0EB0-298C7892B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3957" y="0"/>
              <a:ext cx="253957" cy="254000"/>
            </a:xfrm>
            <a:prstGeom prst="rect">
              <a:avLst/>
            </a:prstGeom>
          </p:spPr>
        </p:pic>
        <p:pic>
          <p:nvPicPr>
            <p:cNvPr id="1397" name="Gráfico 1396">
              <a:extLst>
                <a:ext uri="{FF2B5EF4-FFF2-40B4-BE49-F238E27FC236}">
                  <a16:creationId xmlns:a16="http://schemas.microsoft.com/office/drawing/2014/main" id="{97B7E412-0EEE-43A5-B619-E7E2EB51F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0B71FF-7A1B-8768-136E-67CC94FA2DD2}"/>
              </a:ext>
            </a:extLst>
          </p:cNvPr>
          <p:cNvSpPr txBox="1"/>
          <p:nvPr/>
        </p:nvSpPr>
        <p:spPr>
          <a:xfrm>
            <a:off x="507914" y="762000"/>
            <a:ext cx="71128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 panose="020B0606020202050201" pitchFamily="34" charset="0"/>
                <a:cs typeface="Arial"/>
                <a:sym typeface="Arial"/>
              </a:rPr>
              <a:t>OBJETIVO DO PROJETO</a:t>
            </a:r>
          </a:p>
          <a:p>
            <a:pPr lvl="0">
              <a:defRPr/>
            </a:pPr>
            <a:r>
              <a:rPr lang="pt-BR" sz="2000" dirty="0">
                <a:solidFill>
                  <a:srgbClr val="FFFFFF"/>
                </a:solidFill>
                <a:latin typeface="Bebas Neue" panose="020B0606020202050201" pitchFamily="34" charset="0"/>
              </a:rPr>
              <a:t>USANDO DADOS E INTELIGÊNCIA COMO ATIVO DE MUDANÇA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cs typeface="Arial"/>
              <a:sym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440CA8-307A-B71C-CC66-99F447860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3" y="509022"/>
            <a:ext cx="1526168" cy="101745"/>
          </a:xfrm>
          <a:prstGeom prst="rect">
            <a:avLst/>
          </a:prstGeom>
        </p:spPr>
      </p:pic>
      <p:sp>
        <p:nvSpPr>
          <p:cNvPr id="2" name="Google Shape;486;p59">
            <a:extLst>
              <a:ext uri="{FF2B5EF4-FFF2-40B4-BE49-F238E27FC236}">
                <a16:creationId xmlns:a16="http://schemas.microsoft.com/office/drawing/2014/main" id="{290C48BB-34FA-98FF-D7B8-1E16E8F79EDA}"/>
              </a:ext>
            </a:extLst>
          </p:cNvPr>
          <p:cNvSpPr txBox="1"/>
          <p:nvPr/>
        </p:nvSpPr>
        <p:spPr>
          <a:xfrm>
            <a:off x="508744" y="2061734"/>
            <a:ext cx="7999660" cy="467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nosso objetivo é desenvolver um sistema inteligente de análise e previsão para identificar alunos em risco de defasagem educacional, permitindo intervenções mais rápidas e efetivas através de: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exploratória profunda de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3.030 alunos (2022-2024)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Modelagem preditiva com </a:t>
            </a:r>
            <a:r>
              <a:rPr lang="pt-BR" sz="1200" b="1" dirty="0" err="1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78.6%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acurácia,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0.8592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ROC AUC)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Comparação de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3 modelos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Random Forest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Boosting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interativo com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15+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visualizações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Respostas completas 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perguntas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estratégicas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Análises por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faixas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temporal</a:t>
            </a: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multivariada</a:t>
            </a:r>
          </a:p>
          <a:p>
            <a:pPr marL="285750" lvl="0" indent="-285750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Previsão interativa em </a:t>
            </a: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tempo real</a:t>
            </a:r>
          </a:p>
        </p:txBody>
      </p:sp>
    </p:spTree>
    <p:extLst>
      <p:ext uri="{BB962C8B-B14F-4D97-AF65-F5344CB8AC3E}">
        <p14:creationId xmlns:p14="http://schemas.microsoft.com/office/powerpoint/2010/main" val="231956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67A6-218C-7A64-4A51-1CBB9E7F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7" name="Agrupar 1356">
            <a:extLst>
              <a:ext uri="{FF2B5EF4-FFF2-40B4-BE49-F238E27FC236}">
                <a16:creationId xmlns:a16="http://schemas.microsoft.com/office/drawing/2014/main" id="{078EC3F9-F9B1-2FC4-917A-17BE05CE3AF3}"/>
              </a:ext>
            </a:extLst>
          </p:cNvPr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358" name="Gráfico 1357">
              <a:extLst>
                <a:ext uri="{FF2B5EF4-FFF2-40B4-BE49-F238E27FC236}">
                  <a16:creationId xmlns:a16="http://schemas.microsoft.com/office/drawing/2014/main" id="{09DE7B2B-1C95-F1A2-6254-BFF54032E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-254000"/>
              <a:ext cx="253957" cy="254000"/>
            </a:xfrm>
            <a:prstGeom prst="rect">
              <a:avLst/>
            </a:prstGeom>
          </p:spPr>
        </p:pic>
        <p:pic>
          <p:nvPicPr>
            <p:cNvPr id="1359" name="Gráfico 1358">
              <a:extLst>
                <a:ext uri="{FF2B5EF4-FFF2-40B4-BE49-F238E27FC236}">
                  <a16:creationId xmlns:a16="http://schemas.microsoft.com/office/drawing/2014/main" id="{44172B6B-D769-65AB-9B69-7D5684ED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915" y="-254000"/>
              <a:ext cx="253957" cy="254000"/>
            </a:xfrm>
            <a:prstGeom prst="rect">
              <a:avLst/>
            </a:prstGeom>
          </p:spPr>
        </p:pic>
        <p:pic>
          <p:nvPicPr>
            <p:cNvPr id="1360" name="Gráfico 1359">
              <a:extLst>
                <a:ext uri="{FF2B5EF4-FFF2-40B4-BE49-F238E27FC236}">
                  <a16:creationId xmlns:a16="http://schemas.microsoft.com/office/drawing/2014/main" id="{490A2789-F8E4-9CB0-F626-A57FBD4A1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</p:spPr>
        </p:pic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3D338322-A0C0-3EA0-707D-E82A72C9A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</p:spPr>
        </p:pic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7F928290-8C66-C7FA-4A55-B54E6587C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</p:spPr>
        </p:pic>
        <p:pic>
          <p:nvPicPr>
            <p:cNvPr id="1363" name="Gráfico 1362">
              <a:extLst>
                <a:ext uri="{FF2B5EF4-FFF2-40B4-BE49-F238E27FC236}">
                  <a16:creationId xmlns:a16="http://schemas.microsoft.com/office/drawing/2014/main" id="{F0F5B87D-232C-22D3-1538-2DCA8ED6F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</p:spPr>
        </p:pic>
        <p:pic>
          <p:nvPicPr>
            <p:cNvPr id="1364" name="Gráfico 1363">
              <a:extLst>
                <a:ext uri="{FF2B5EF4-FFF2-40B4-BE49-F238E27FC236}">
                  <a16:creationId xmlns:a16="http://schemas.microsoft.com/office/drawing/2014/main" id="{CAFEAD46-E355-9342-27C3-A2DB9E5AB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</p:spPr>
        </p:pic>
        <p:pic>
          <p:nvPicPr>
            <p:cNvPr id="1365" name="Gráfico 1364">
              <a:extLst>
                <a:ext uri="{FF2B5EF4-FFF2-40B4-BE49-F238E27FC236}">
                  <a16:creationId xmlns:a16="http://schemas.microsoft.com/office/drawing/2014/main" id="{7EB889D2-0EB9-D916-2988-FF92B9D6E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</p:spPr>
        </p:pic>
        <p:pic>
          <p:nvPicPr>
            <p:cNvPr id="1366" name="Gráfico 1365">
              <a:extLst>
                <a:ext uri="{FF2B5EF4-FFF2-40B4-BE49-F238E27FC236}">
                  <a16:creationId xmlns:a16="http://schemas.microsoft.com/office/drawing/2014/main" id="{309821F2-CD00-375D-E2D1-2CA4C1D24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</p:spPr>
        </p:pic>
        <p:pic>
          <p:nvPicPr>
            <p:cNvPr id="1367" name="Gráfico 1366">
              <a:extLst>
                <a:ext uri="{FF2B5EF4-FFF2-40B4-BE49-F238E27FC236}">
                  <a16:creationId xmlns:a16="http://schemas.microsoft.com/office/drawing/2014/main" id="{36D8E1E0-E7F5-54C1-EDE7-F607A43A2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</p:spPr>
        </p:pic>
        <p:pic>
          <p:nvPicPr>
            <p:cNvPr id="1368" name="Gráfico 1367">
              <a:extLst>
                <a:ext uri="{FF2B5EF4-FFF2-40B4-BE49-F238E27FC236}">
                  <a16:creationId xmlns:a16="http://schemas.microsoft.com/office/drawing/2014/main" id="{975457C4-0CFF-5F09-8F52-C8A969E41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</p:spPr>
        </p:pic>
        <p:pic>
          <p:nvPicPr>
            <p:cNvPr id="1369" name="Gráfico 1368">
              <a:extLst>
                <a:ext uri="{FF2B5EF4-FFF2-40B4-BE49-F238E27FC236}">
                  <a16:creationId xmlns:a16="http://schemas.microsoft.com/office/drawing/2014/main" id="{EAF665AA-083F-C372-1820-075973FC7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</p:spPr>
        </p:pic>
        <p:pic>
          <p:nvPicPr>
            <p:cNvPr id="1370" name="Gráfico 1369">
              <a:extLst>
                <a:ext uri="{FF2B5EF4-FFF2-40B4-BE49-F238E27FC236}">
                  <a16:creationId xmlns:a16="http://schemas.microsoft.com/office/drawing/2014/main" id="{53D9B563-FBEF-1CD8-6287-DB8B705E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</p:spPr>
        </p:pic>
        <p:pic>
          <p:nvPicPr>
            <p:cNvPr id="1371" name="Gráfico 1370">
              <a:extLst>
                <a:ext uri="{FF2B5EF4-FFF2-40B4-BE49-F238E27FC236}">
                  <a16:creationId xmlns:a16="http://schemas.microsoft.com/office/drawing/2014/main" id="{3935DF05-E9F3-7774-78D9-C849D93B1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</p:spPr>
        </p:pic>
        <p:pic>
          <p:nvPicPr>
            <p:cNvPr id="1372" name="Gráfico 1371">
              <a:extLst>
                <a:ext uri="{FF2B5EF4-FFF2-40B4-BE49-F238E27FC236}">
                  <a16:creationId xmlns:a16="http://schemas.microsoft.com/office/drawing/2014/main" id="{1FA6721E-7227-475D-BE60-02D1B0A92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</p:spPr>
        </p:pic>
        <p:pic>
          <p:nvPicPr>
            <p:cNvPr id="1373" name="Gráfico 1372">
              <a:extLst>
                <a:ext uri="{FF2B5EF4-FFF2-40B4-BE49-F238E27FC236}">
                  <a16:creationId xmlns:a16="http://schemas.microsoft.com/office/drawing/2014/main" id="{0FFD2A5F-8E9E-1DAE-6D14-F773E9F8E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</p:spPr>
        </p:pic>
        <p:pic>
          <p:nvPicPr>
            <p:cNvPr id="1374" name="Gráfico 1373">
              <a:extLst>
                <a:ext uri="{FF2B5EF4-FFF2-40B4-BE49-F238E27FC236}">
                  <a16:creationId xmlns:a16="http://schemas.microsoft.com/office/drawing/2014/main" id="{7F8DC6C0-5C25-7CCD-4DF8-845B12C7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</p:spPr>
        </p:pic>
        <p:pic>
          <p:nvPicPr>
            <p:cNvPr id="1375" name="Gráfico 1374">
              <a:extLst>
                <a:ext uri="{FF2B5EF4-FFF2-40B4-BE49-F238E27FC236}">
                  <a16:creationId xmlns:a16="http://schemas.microsoft.com/office/drawing/2014/main" id="{9B3FC05C-7640-5B63-FAB6-66FD4D68A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</p:spPr>
        </p:pic>
        <p:pic>
          <p:nvPicPr>
            <p:cNvPr id="1376" name="Gráfico 1375">
              <a:extLst>
                <a:ext uri="{FF2B5EF4-FFF2-40B4-BE49-F238E27FC236}">
                  <a16:creationId xmlns:a16="http://schemas.microsoft.com/office/drawing/2014/main" id="{10D9DE25-C998-0E65-5E63-41751E4D2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</p:spPr>
        </p:pic>
        <p:pic>
          <p:nvPicPr>
            <p:cNvPr id="1377" name="Gráfico 1376">
              <a:extLst>
                <a:ext uri="{FF2B5EF4-FFF2-40B4-BE49-F238E27FC236}">
                  <a16:creationId xmlns:a16="http://schemas.microsoft.com/office/drawing/2014/main" id="{71C39B5F-5E53-00AA-C353-CF9C173C6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</p:spPr>
        </p:pic>
        <p:pic>
          <p:nvPicPr>
            <p:cNvPr id="1378" name="Gráfico 1377">
              <a:extLst>
                <a:ext uri="{FF2B5EF4-FFF2-40B4-BE49-F238E27FC236}">
                  <a16:creationId xmlns:a16="http://schemas.microsoft.com/office/drawing/2014/main" id="{55949946-9309-A126-22B5-ED88C80BE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</p:spPr>
        </p:pic>
        <p:pic>
          <p:nvPicPr>
            <p:cNvPr id="1379" name="Gráfico 1378">
              <a:extLst>
                <a:ext uri="{FF2B5EF4-FFF2-40B4-BE49-F238E27FC236}">
                  <a16:creationId xmlns:a16="http://schemas.microsoft.com/office/drawing/2014/main" id="{DCF11EB5-5122-F629-6D3E-4327E169B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</p:spPr>
        </p:pic>
        <p:pic>
          <p:nvPicPr>
            <p:cNvPr id="1380" name="Gráfico 1379">
              <a:extLst>
                <a:ext uri="{FF2B5EF4-FFF2-40B4-BE49-F238E27FC236}">
                  <a16:creationId xmlns:a16="http://schemas.microsoft.com/office/drawing/2014/main" id="{21C61989-F1F1-76F2-01A6-62EE0570B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</p:spPr>
        </p:pic>
        <p:pic>
          <p:nvPicPr>
            <p:cNvPr id="1381" name="Gráfico 1380">
              <a:extLst>
                <a:ext uri="{FF2B5EF4-FFF2-40B4-BE49-F238E27FC236}">
                  <a16:creationId xmlns:a16="http://schemas.microsoft.com/office/drawing/2014/main" id="{7B877DA5-7D37-0964-B6A7-AD55EDBF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</p:spPr>
        </p:pic>
        <p:pic>
          <p:nvPicPr>
            <p:cNvPr id="1382" name="Gráfico 1381">
              <a:extLst>
                <a:ext uri="{FF2B5EF4-FFF2-40B4-BE49-F238E27FC236}">
                  <a16:creationId xmlns:a16="http://schemas.microsoft.com/office/drawing/2014/main" id="{AC0380FE-F037-F162-04CA-C8B5B12B3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</p:spPr>
        </p:pic>
        <p:pic>
          <p:nvPicPr>
            <p:cNvPr id="1383" name="Gráfico 1382">
              <a:extLst>
                <a:ext uri="{FF2B5EF4-FFF2-40B4-BE49-F238E27FC236}">
                  <a16:creationId xmlns:a16="http://schemas.microsoft.com/office/drawing/2014/main" id="{FAC45A3A-5BFA-3C99-9AC6-23AA70ED0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"/>
              <a:ext cx="253957" cy="254000"/>
            </a:xfrm>
            <a:prstGeom prst="rect">
              <a:avLst/>
            </a:prstGeom>
          </p:spPr>
        </p:pic>
        <p:pic>
          <p:nvPicPr>
            <p:cNvPr id="1384" name="Gráfico 1383">
              <a:extLst>
                <a:ext uri="{FF2B5EF4-FFF2-40B4-BE49-F238E27FC236}">
                  <a16:creationId xmlns:a16="http://schemas.microsoft.com/office/drawing/2014/main" id="{3CD9DAD5-6155-AC2F-089B-8693FA402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</p:spPr>
        </p:pic>
        <p:pic>
          <p:nvPicPr>
            <p:cNvPr id="1385" name="Gráfico 1384">
              <a:extLst>
                <a:ext uri="{FF2B5EF4-FFF2-40B4-BE49-F238E27FC236}">
                  <a16:creationId xmlns:a16="http://schemas.microsoft.com/office/drawing/2014/main" id="{F80910AB-8D60-3BBC-0ADB-B20215DE0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</p:spPr>
        </p:pic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244568E0-BA61-A191-E3DD-0B5FC4752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</p:spPr>
        </p:pic>
        <p:pic>
          <p:nvPicPr>
            <p:cNvPr id="1387" name="Gráfico 1386">
              <a:extLst>
                <a:ext uri="{FF2B5EF4-FFF2-40B4-BE49-F238E27FC236}">
                  <a16:creationId xmlns:a16="http://schemas.microsoft.com/office/drawing/2014/main" id="{B8C52CFC-1F04-082C-B694-F76E807E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</p:spPr>
        </p:pic>
        <p:pic>
          <p:nvPicPr>
            <p:cNvPr id="1388" name="Gráfico 1387">
              <a:extLst>
                <a:ext uri="{FF2B5EF4-FFF2-40B4-BE49-F238E27FC236}">
                  <a16:creationId xmlns:a16="http://schemas.microsoft.com/office/drawing/2014/main" id="{9AA9EC46-270F-69B3-6629-893CEF374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</p:spPr>
        </p:pic>
        <p:pic>
          <p:nvPicPr>
            <p:cNvPr id="1389" name="Gráfico 1388">
              <a:extLst>
                <a:ext uri="{FF2B5EF4-FFF2-40B4-BE49-F238E27FC236}">
                  <a16:creationId xmlns:a16="http://schemas.microsoft.com/office/drawing/2014/main" id="{F1CBADC0-25B3-B934-1B8F-E2E0C60DD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</p:spPr>
        </p:pic>
        <p:pic>
          <p:nvPicPr>
            <p:cNvPr id="1390" name="Gráfico 1389">
              <a:extLst>
                <a:ext uri="{FF2B5EF4-FFF2-40B4-BE49-F238E27FC236}">
                  <a16:creationId xmlns:a16="http://schemas.microsoft.com/office/drawing/2014/main" id="{1A724D4A-3A0C-90CD-80F9-6A34DE347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</p:spPr>
        </p:pic>
        <p:pic>
          <p:nvPicPr>
            <p:cNvPr id="1391" name="Gráfico 1390">
              <a:extLst>
                <a:ext uri="{FF2B5EF4-FFF2-40B4-BE49-F238E27FC236}">
                  <a16:creationId xmlns:a16="http://schemas.microsoft.com/office/drawing/2014/main" id="{182BBA5A-1A62-AB2E-D3DD-487AF3AAE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</p:spPr>
        </p:pic>
        <p:pic>
          <p:nvPicPr>
            <p:cNvPr id="1392" name="Gráfico 1391">
              <a:extLst>
                <a:ext uri="{FF2B5EF4-FFF2-40B4-BE49-F238E27FC236}">
                  <a16:creationId xmlns:a16="http://schemas.microsoft.com/office/drawing/2014/main" id="{34963B16-1B81-9565-81EF-0EA081930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</p:spPr>
        </p:pic>
        <p:pic>
          <p:nvPicPr>
            <p:cNvPr id="1393" name="Gráfico 1392">
              <a:extLst>
                <a:ext uri="{FF2B5EF4-FFF2-40B4-BE49-F238E27FC236}">
                  <a16:creationId xmlns:a16="http://schemas.microsoft.com/office/drawing/2014/main" id="{73F19EFE-7B9D-2E19-4417-8283554DC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</p:spPr>
        </p:pic>
        <p:pic>
          <p:nvPicPr>
            <p:cNvPr id="1394" name="Gráfico 1393">
              <a:extLst>
                <a:ext uri="{FF2B5EF4-FFF2-40B4-BE49-F238E27FC236}">
                  <a16:creationId xmlns:a16="http://schemas.microsoft.com/office/drawing/2014/main" id="{DD8E6B18-B558-4709-AB64-B9B2ED53F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</p:spPr>
        </p:pic>
        <p:pic>
          <p:nvPicPr>
            <p:cNvPr id="1395" name="Gráfico 1394">
              <a:extLst>
                <a:ext uri="{FF2B5EF4-FFF2-40B4-BE49-F238E27FC236}">
                  <a16:creationId xmlns:a16="http://schemas.microsoft.com/office/drawing/2014/main" id="{199CF284-E7AA-CD2D-64B9-36A60596A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</p:spPr>
        </p:pic>
        <p:pic>
          <p:nvPicPr>
            <p:cNvPr id="1396" name="Gráfico 1395">
              <a:extLst>
                <a:ext uri="{FF2B5EF4-FFF2-40B4-BE49-F238E27FC236}">
                  <a16:creationId xmlns:a16="http://schemas.microsoft.com/office/drawing/2014/main" id="{65739283-F141-FC88-1204-3C612CB1D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53957" y="0"/>
              <a:ext cx="253957" cy="254000"/>
            </a:xfrm>
            <a:prstGeom prst="rect">
              <a:avLst/>
            </a:prstGeom>
          </p:spPr>
        </p:pic>
        <p:pic>
          <p:nvPicPr>
            <p:cNvPr id="1397" name="Gráfico 1396">
              <a:extLst>
                <a:ext uri="{FF2B5EF4-FFF2-40B4-BE49-F238E27FC236}">
                  <a16:creationId xmlns:a16="http://schemas.microsoft.com/office/drawing/2014/main" id="{D65185CB-397C-6877-0C60-5424B991A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D818F-FB6D-E3D0-6536-7873D8C3573D}"/>
              </a:ext>
            </a:extLst>
          </p:cNvPr>
          <p:cNvSpPr txBox="1"/>
          <p:nvPr/>
        </p:nvSpPr>
        <p:spPr>
          <a:xfrm>
            <a:off x="507914" y="762000"/>
            <a:ext cx="71128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800" dirty="0">
                <a:solidFill>
                  <a:srgbClr val="FFFFFF"/>
                </a:solidFill>
                <a:latin typeface="Bebas Neue" panose="020B0606020202050201" pitchFamily="34" charset="0"/>
              </a:rPr>
              <a:t>Conclusão e recomendações</a:t>
            </a:r>
            <a:endParaRPr kumimoji="0" lang="pt-BR" sz="4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cs typeface="Arial"/>
              <a:sym typeface="Arial"/>
            </a:endParaRPr>
          </a:p>
          <a:p>
            <a:pPr lvl="0">
              <a:defRPr/>
            </a:pPr>
            <a:r>
              <a:rPr lang="pt-BR" sz="1800" dirty="0">
                <a:solidFill>
                  <a:srgbClr val="FFFFFF"/>
                </a:solidFill>
                <a:latin typeface="Bebas Neue" panose="020B0606020202050201" pitchFamily="34" charset="0"/>
              </a:rPr>
              <a:t>Principais recomendações para a </a:t>
            </a:r>
            <a:r>
              <a:rPr lang="pt-BR" sz="1800" dirty="0">
                <a:solidFill>
                  <a:srgbClr val="FFC000"/>
                </a:solidFill>
                <a:latin typeface="Bebas Neue" panose="020B0606020202050201" pitchFamily="34" charset="0"/>
              </a:rPr>
              <a:t>passos mágicos </a:t>
            </a:r>
            <a:r>
              <a:rPr lang="pt-BR" sz="1800" dirty="0">
                <a:solidFill>
                  <a:srgbClr val="FFFFFF"/>
                </a:solidFill>
                <a:latin typeface="Bebas Neue" panose="020B0606020202050201" pitchFamily="34" charset="0"/>
              </a:rPr>
              <a:t>continuar evoluindo!!!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cs typeface="Arial"/>
              <a:sym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40CB78-1AC8-338F-B380-2F8D111E1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3" y="509022"/>
            <a:ext cx="1526168" cy="101745"/>
          </a:xfrm>
          <a:prstGeom prst="rect">
            <a:avLst/>
          </a:prstGeom>
        </p:spPr>
      </p:pic>
      <p:sp>
        <p:nvSpPr>
          <p:cNvPr id="22" name="Google Shape;486;p59">
            <a:extLst>
              <a:ext uri="{FF2B5EF4-FFF2-40B4-BE49-F238E27FC236}">
                <a16:creationId xmlns:a16="http://schemas.microsoft.com/office/drawing/2014/main" id="{0C1D8591-34C7-863B-2552-9F69B8FD96F1}"/>
              </a:ext>
            </a:extLst>
          </p:cNvPr>
          <p:cNvSpPr txBox="1"/>
          <p:nvPr/>
        </p:nvSpPr>
        <p:spPr>
          <a:xfrm>
            <a:off x="507532" y="2286000"/>
            <a:ext cx="54000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Recomendações Principais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Intensificar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suporte pedagógico (IPP é crítico)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Implementar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feedback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realista (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81%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dos alunos superestimam)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Aumentar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engajamento (correlação forte com desempenho)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Usar o modelo para identificar risco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proativamente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Focar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em qualidade de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aprendizado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não apenas progressão</a:t>
            </a:r>
          </a:p>
        </p:txBody>
      </p:sp>
      <p:sp>
        <p:nvSpPr>
          <p:cNvPr id="4" name="Google Shape;486;p59">
            <a:extLst>
              <a:ext uri="{FF2B5EF4-FFF2-40B4-BE49-F238E27FC236}">
                <a16:creationId xmlns:a16="http://schemas.microsoft.com/office/drawing/2014/main" id="{0AC356E9-85B6-673E-B126-088BD9EE9C1B}"/>
              </a:ext>
            </a:extLst>
          </p:cNvPr>
          <p:cNvSpPr txBox="1"/>
          <p:nvPr/>
        </p:nvSpPr>
        <p:spPr>
          <a:xfrm>
            <a:off x="6349572" y="2286000"/>
            <a:ext cx="54000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spcAft>
                <a:spcPts val="3000"/>
              </a:spcAft>
              <a:buClr>
                <a:srgbClr val="6018FF"/>
              </a:buClr>
              <a:buSzPts val="3200"/>
              <a:defRPr/>
            </a:pPr>
            <a:r>
              <a:rPr lang="pt-BR" sz="12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Insights Principais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 suporte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pedagógico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são motores centrais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Adequação ao nível melhorou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19.6%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em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anos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acadêmico caiu em 2024 (preocupante)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Percepção dos alunos é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pouco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aderente à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realidade</a:t>
            </a:r>
          </a:p>
          <a:p>
            <a:pPr marL="171450" lvl="0" indent="-171450" algn="just">
              <a:spcAft>
                <a:spcPts val="3000"/>
              </a:spcAft>
              <a:buClr>
                <a:srgbClr val="6018FF"/>
              </a:buClr>
              <a:buSzPts val="3200"/>
              <a:buFont typeface="Arial" panose="020B0604020202020204" pitchFamily="34" charset="0"/>
              <a:buChar char="•"/>
              <a:defRPr/>
            </a:pP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Modelo preditivo tem </a:t>
            </a:r>
            <a:r>
              <a:rPr lang="pt-BR" sz="1200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excelente</a:t>
            </a:r>
            <a:r>
              <a:rPr lang="pt-BR" sz="1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performance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9E5BAA-7241-9798-3707-7AD3D769BE2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22489"/>
          <a:stretch>
            <a:fillRect/>
          </a:stretch>
        </p:blipFill>
        <p:spPr>
          <a:xfrm>
            <a:off x="5779068" y="24233"/>
            <a:ext cx="6412932" cy="3302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F461EC5-654D-AFD3-4268-558CD00BD6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-328673" y="2631996"/>
            <a:ext cx="6933610" cy="4266047"/>
          </a:xfrm>
          <a:prstGeom prst="flowChartAlternateProcess">
            <a:avLst/>
          </a:prstGeom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72919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>
          <a:extLst>
            <a:ext uri="{FF2B5EF4-FFF2-40B4-BE49-F238E27FC236}">
              <a16:creationId xmlns:a16="http://schemas.microsoft.com/office/drawing/2014/main" id="{3C134AF6-F4F7-9ED9-5BCA-29322CD2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09;g1de61e61f9b_1_963">
            <a:extLst>
              <a:ext uri="{FF2B5EF4-FFF2-40B4-BE49-F238E27FC236}">
                <a16:creationId xmlns:a16="http://schemas.microsoft.com/office/drawing/2014/main" id="{DD2C1D58-F4E5-733F-A4DD-C0A7F41A22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D043DDA-1B7F-C92C-CA36-B490DD86D6F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-144021" y="-254000"/>
            <a:ext cx="12478002" cy="7677349"/>
          </a:xfrm>
          <a:prstGeom prst="flowChartAlternateProcess">
            <a:avLst/>
          </a:prstGeom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softEdge rad="317500"/>
          </a:effectLst>
        </p:spPr>
      </p:pic>
      <p:sp>
        <p:nvSpPr>
          <p:cNvPr id="1008" name="Google Shape;1008;g1de61e61f9b_1_963">
            <a:extLst>
              <a:ext uri="{FF2B5EF4-FFF2-40B4-BE49-F238E27FC236}">
                <a16:creationId xmlns:a16="http://schemas.microsoft.com/office/drawing/2014/main" id="{FAFED4FE-20F8-BC43-C96D-2CA7361D1C03}"/>
              </a:ext>
            </a:extLst>
          </p:cNvPr>
          <p:cNvSpPr txBox="1"/>
          <p:nvPr/>
        </p:nvSpPr>
        <p:spPr>
          <a:xfrm>
            <a:off x="3402725" y="1878725"/>
            <a:ext cx="58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1de61e61f9b_1_963">
            <a:extLst>
              <a:ext uri="{FF2B5EF4-FFF2-40B4-BE49-F238E27FC236}">
                <a16:creationId xmlns:a16="http://schemas.microsoft.com/office/drawing/2014/main" id="{C90899C4-4A0C-9177-911F-BC7D0E56D099}"/>
              </a:ext>
            </a:extLst>
          </p:cNvPr>
          <p:cNvSpPr txBox="1"/>
          <p:nvPr/>
        </p:nvSpPr>
        <p:spPr>
          <a:xfrm>
            <a:off x="207247" y="2875017"/>
            <a:ext cx="119700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6000" b="1" dirty="0">
                <a:solidFill>
                  <a:srgbClr val="FFC000"/>
                </a:solidFill>
                <a:latin typeface="Poppins"/>
                <a:cs typeface="Poppins"/>
                <a:sym typeface="Poppins"/>
              </a:rPr>
              <a:t>OBRIGADO!</a:t>
            </a:r>
            <a:endParaRPr lang="pt-BR" sz="6000" b="1" dirty="0">
              <a:solidFill>
                <a:schemeClr val="accent4"/>
              </a:solidFill>
              <a:latin typeface="Poppins"/>
              <a:cs typeface="Poppins"/>
              <a:sym typeface="Poppins"/>
            </a:endParaRPr>
          </a:p>
        </p:txBody>
      </p:sp>
      <p:grpSp>
        <p:nvGrpSpPr>
          <p:cNvPr id="1011" name="Google Shape;1011;g1de61e61f9b_1_963">
            <a:extLst>
              <a:ext uri="{FF2B5EF4-FFF2-40B4-BE49-F238E27FC236}">
                <a16:creationId xmlns:a16="http://schemas.microsoft.com/office/drawing/2014/main" id="{084A91FB-6D5A-1FEB-CD4C-D7F41868EE24}"/>
              </a:ext>
            </a:extLst>
          </p:cNvPr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1012" name="Google Shape;1012;g1de61e61f9b_1_963">
              <a:extLst>
                <a:ext uri="{FF2B5EF4-FFF2-40B4-BE49-F238E27FC236}">
                  <a16:creationId xmlns:a16="http://schemas.microsoft.com/office/drawing/2014/main" id="{ECB098A1-910C-13F0-DC34-06E1550BCA4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g1de61e61f9b_1_963">
              <a:extLst>
                <a:ext uri="{FF2B5EF4-FFF2-40B4-BE49-F238E27FC236}">
                  <a16:creationId xmlns:a16="http://schemas.microsoft.com/office/drawing/2014/main" id="{41899899-085B-4D79-0DEF-C2B8DBF4189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791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4" name="Google Shape;1014;g1de61e61f9b_1_963">
              <a:extLst>
                <a:ext uri="{FF2B5EF4-FFF2-40B4-BE49-F238E27FC236}">
                  <a16:creationId xmlns:a16="http://schemas.microsoft.com/office/drawing/2014/main" id="{7FB2C609-3DC8-7FF2-7F7C-30A531FB06B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5" name="Google Shape;1015;g1de61e61f9b_1_963">
              <a:extLst>
                <a:ext uri="{FF2B5EF4-FFF2-40B4-BE49-F238E27FC236}">
                  <a16:creationId xmlns:a16="http://schemas.microsoft.com/office/drawing/2014/main" id="{D29C37A0-9466-7F61-F457-5100FD6764E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g1de61e61f9b_1_963">
              <a:extLst>
                <a:ext uri="{FF2B5EF4-FFF2-40B4-BE49-F238E27FC236}">
                  <a16:creationId xmlns:a16="http://schemas.microsoft.com/office/drawing/2014/main" id="{1407D5CC-4843-F184-535C-B7295D0CB00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g1de61e61f9b_1_963">
              <a:extLst>
                <a:ext uri="{FF2B5EF4-FFF2-40B4-BE49-F238E27FC236}">
                  <a16:creationId xmlns:a16="http://schemas.microsoft.com/office/drawing/2014/main" id="{D60CF3E2-20A9-A02C-FB78-5D75BFABDF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8" name="Google Shape;1018;g1de61e61f9b_1_963">
              <a:extLst>
                <a:ext uri="{FF2B5EF4-FFF2-40B4-BE49-F238E27FC236}">
                  <a16:creationId xmlns:a16="http://schemas.microsoft.com/office/drawing/2014/main" id="{920CD73E-99DD-09B9-0192-C33DE49D5D5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g1de61e61f9b_1_963">
              <a:extLst>
                <a:ext uri="{FF2B5EF4-FFF2-40B4-BE49-F238E27FC236}">
                  <a16:creationId xmlns:a16="http://schemas.microsoft.com/office/drawing/2014/main" id="{6123420C-D0D1-D2B5-3EF9-D4782B620A7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0" name="Google Shape;1020;g1de61e61f9b_1_963">
              <a:extLst>
                <a:ext uri="{FF2B5EF4-FFF2-40B4-BE49-F238E27FC236}">
                  <a16:creationId xmlns:a16="http://schemas.microsoft.com/office/drawing/2014/main" id="{1807E9A3-70CA-895F-CF98-C8FADC1A54F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g1de61e61f9b_1_963">
              <a:extLst>
                <a:ext uri="{FF2B5EF4-FFF2-40B4-BE49-F238E27FC236}">
                  <a16:creationId xmlns:a16="http://schemas.microsoft.com/office/drawing/2014/main" id="{B327FDB6-AEC9-1D75-2459-111DAC00B28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g1de61e61f9b_1_963">
              <a:extLst>
                <a:ext uri="{FF2B5EF4-FFF2-40B4-BE49-F238E27FC236}">
                  <a16:creationId xmlns:a16="http://schemas.microsoft.com/office/drawing/2014/main" id="{F2D22710-F954-51C1-A154-7184879A809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g1de61e61f9b_1_963">
              <a:extLst>
                <a:ext uri="{FF2B5EF4-FFF2-40B4-BE49-F238E27FC236}">
                  <a16:creationId xmlns:a16="http://schemas.microsoft.com/office/drawing/2014/main" id="{3194861E-16EB-1C0B-3CA2-E374DAEC017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g1de61e61f9b_1_963">
              <a:extLst>
                <a:ext uri="{FF2B5EF4-FFF2-40B4-BE49-F238E27FC236}">
                  <a16:creationId xmlns:a16="http://schemas.microsoft.com/office/drawing/2014/main" id="{B9C416B6-CA39-58FC-70D1-4E5D4F3F98B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5" name="Google Shape;1025;g1de61e61f9b_1_963">
              <a:extLst>
                <a:ext uri="{FF2B5EF4-FFF2-40B4-BE49-F238E27FC236}">
                  <a16:creationId xmlns:a16="http://schemas.microsoft.com/office/drawing/2014/main" id="{8C49DB19-E8FD-F869-AA74-A6EC1F87337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Google Shape;1026;g1de61e61f9b_1_963">
              <a:extLst>
                <a:ext uri="{FF2B5EF4-FFF2-40B4-BE49-F238E27FC236}">
                  <a16:creationId xmlns:a16="http://schemas.microsoft.com/office/drawing/2014/main" id="{A9161B99-8494-3041-1CD0-156BF57180F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g1de61e61f9b_1_963">
              <a:extLst>
                <a:ext uri="{FF2B5EF4-FFF2-40B4-BE49-F238E27FC236}">
                  <a16:creationId xmlns:a16="http://schemas.microsoft.com/office/drawing/2014/main" id="{BB73B3A4-FBB8-BE55-ACFD-6919B37030A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g1de61e61f9b_1_963">
              <a:extLst>
                <a:ext uri="{FF2B5EF4-FFF2-40B4-BE49-F238E27FC236}">
                  <a16:creationId xmlns:a16="http://schemas.microsoft.com/office/drawing/2014/main" id="{68FF0D8D-AECC-DBBE-6D74-8F97912B728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9" name="Google Shape;1029;g1de61e61f9b_1_963">
              <a:extLst>
                <a:ext uri="{FF2B5EF4-FFF2-40B4-BE49-F238E27FC236}">
                  <a16:creationId xmlns:a16="http://schemas.microsoft.com/office/drawing/2014/main" id="{531FD983-9C40-6E6E-E431-1ED24CFC24D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Google Shape;1030;g1de61e61f9b_1_963">
              <a:extLst>
                <a:ext uri="{FF2B5EF4-FFF2-40B4-BE49-F238E27FC236}">
                  <a16:creationId xmlns:a16="http://schemas.microsoft.com/office/drawing/2014/main" id="{37C56E69-6C3D-E1D7-DB48-41864AB214D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1" name="Google Shape;1031;g1de61e61f9b_1_963">
              <a:extLst>
                <a:ext uri="{FF2B5EF4-FFF2-40B4-BE49-F238E27FC236}">
                  <a16:creationId xmlns:a16="http://schemas.microsoft.com/office/drawing/2014/main" id="{EE05FB84-B3A2-8349-B719-B329C11AC83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2" name="Google Shape;1032;g1de61e61f9b_1_963">
              <a:extLst>
                <a:ext uri="{FF2B5EF4-FFF2-40B4-BE49-F238E27FC236}">
                  <a16:creationId xmlns:a16="http://schemas.microsoft.com/office/drawing/2014/main" id="{3B6D4BBB-BF78-AE2E-E5A6-FD7B56006B6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3" name="Google Shape;1033;g1de61e61f9b_1_963">
              <a:extLst>
                <a:ext uri="{FF2B5EF4-FFF2-40B4-BE49-F238E27FC236}">
                  <a16:creationId xmlns:a16="http://schemas.microsoft.com/office/drawing/2014/main" id="{A810EC8E-9022-35A1-560C-4D957CBB21C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4" name="Google Shape;1034;g1de61e61f9b_1_963">
              <a:extLst>
                <a:ext uri="{FF2B5EF4-FFF2-40B4-BE49-F238E27FC236}">
                  <a16:creationId xmlns:a16="http://schemas.microsoft.com/office/drawing/2014/main" id="{E4526D3B-69B7-C486-3E43-1FFDDBCEDD1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Google Shape;1035;g1de61e61f9b_1_963">
              <a:extLst>
                <a:ext uri="{FF2B5EF4-FFF2-40B4-BE49-F238E27FC236}">
                  <a16:creationId xmlns:a16="http://schemas.microsoft.com/office/drawing/2014/main" id="{4B27C81B-ED49-6229-B38C-7365C917FB4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g1de61e61f9b_1_963">
              <a:extLst>
                <a:ext uri="{FF2B5EF4-FFF2-40B4-BE49-F238E27FC236}">
                  <a16:creationId xmlns:a16="http://schemas.microsoft.com/office/drawing/2014/main" id="{58C0FA55-0845-1606-62D7-4A950B2C2B7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g1de61e61f9b_1_963">
              <a:extLst>
                <a:ext uri="{FF2B5EF4-FFF2-40B4-BE49-F238E27FC236}">
                  <a16:creationId xmlns:a16="http://schemas.microsoft.com/office/drawing/2014/main" id="{3DABB691-D016-9304-3588-1DA6D4CAD2D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50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g1de61e61f9b_1_963">
              <a:extLst>
                <a:ext uri="{FF2B5EF4-FFF2-40B4-BE49-F238E27FC236}">
                  <a16:creationId xmlns:a16="http://schemas.microsoft.com/office/drawing/2014/main" id="{3A977D68-7F6F-7A38-3ED9-3FEE76556F2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9" name="Google Shape;1039;g1de61e61f9b_1_963">
              <a:extLst>
                <a:ext uri="{FF2B5EF4-FFF2-40B4-BE49-F238E27FC236}">
                  <a16:creationId xmlns:a16="http://schemas.microsoft.com/office/drawing/2014/main" id="{AE832CC0-FA3D-C12D-DAAD-7E08FE9B4E7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g1de61e61f9b_1_963">
              <a:extLst>
                <a:ext uri="{FF2B5EF4-FFF2-40B4-BE49-F238E27FC236}">
                  <a16:creationId xmlns:a16="http://schemas.microsoft.com/office/drawing/2014/main" id="{AE57E735-C124-D223-DA90-9A08268E209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g1de61e61f9b_1_963">
              <a:extLst>
                <a:ext uri="{FF2B5EF4-FFF2-40B4-BE49-F238E27FC236}">
                  <a16:creationId xmlns:a16="http://schemas.microsoft.com/office/drawing/2014/main" id="{04E014BA-3171-C2E0-BE97-75B52FDCAFA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g1de61e61f9b_1_963">
              <a:extLst>
                <a:ext uri="{FF2B5EF4-FFF2-40B4-BE49-F238E27FC236}">
                  <a16:creationId xmlns:a16="http://schemas.microsoft.com/office/drawing/2014/main" id="{12FE3589-5EEA-C952-9189-563B5FA0072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g1de61e61f9b_1_963">
              <a:extLst>
                <a:ext uri="{FF2B5EF4-FFF2-40B4-BE49-F238E27FC236}">
                  <a16:creationId xmlns:a16="http://schemas.microsoft.com/office/drawing/2014/main" id="{1FF050E9-091B-0D23-F2C6-C863F20DABF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g1de61e61f9b_1_963">
              <a:extLst>
                <a:ext uri="{FF2B5EF4-FFF2-40B4-BE49-F238E27FC236}">
                  <a16:creationId xmlns:a16="http://schemas.microsoft.com/office/drawing/2014/main" id="{1A15EC5C-BFBC-57C5-CC72-9D2B2525598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g1de61e61f9b_1_963">
              <a:extLst>
                <a:ext uri="{FF2B5EF4-FFF2-40B4-BE49-F238E27FC236}">
                  <a16:creationId xmlns:a16="http://schemas.microsoft.com/office/drawing/2014/main" id="{CC3B9664-2325-9094-76AA-1DCAD743480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g1de61e61f9b_1_963">
              <a:extLst>
                <a:ext uri="{FF2B5EF4-FFF2-40B4-BE49-F238E27FC236}">
                  <a16:creationId xmlns:a16="http://schemas.microsoft.com/office/drawing/2014/main" id="{F78D4F4F-7489-2266-5D2E-A0228044230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7" name="Google Shape;1047;g1de61e61f9b_1_963">
              <a:extLst>
                <a:ext uri="{FF2B5EF4-FFF2-40B4-BE49-F238E27FC236}">
                  <a16:creationId xmlns:a16="http://schemas.microsoft.com/office/drawing/2014/main" id="{FB5CD719-9945-38F6-310B-86667CCBBB9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g1de61e61f9b_1_963">
              <a:extLst>
                <a:ext uri="{FF2B5EF4-FFF2-40B4-BE49-F238E27FC236}">
                  <a16:creationId xmlns:a16="http://schemas.microsoft.com/office/drawing/2014/main" id="{6A85E8F0-BC3A-3FBC-D27F-DF0BB6734B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g1de61e61f9b_1_963">
              <a:extLst>
                <a:ext uri="{FF2B5EF4-FFF2-40B4-BE49-F238E27FC236}">
                  <a16:creationId xmlns:a16="http://schemas.microsoft.com/office/drawing/2014/main" id="{AF14FB00-D4F8-C4FC-5C39-A9D08A07075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g1de61e61f9b_1_963">
              <a:extLst>
                <a:ext uri="{FF2B5EF4-FFF2-40B4-BE49-F238E27FC236}">
                  <a16:creationId xmlns:a16="http://schemas.microsoft.com/office/drawing/2014/main" id="{B2431D15-06D9-CA1A-98BC-819D4453A64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3957" y="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g1de61e61f9b_1_963">
              <a:extLst>
                <a:ext uri="{FF2B5EF4-FFF2-40B4-BE49-F238E27FC236}">
                  <a16:creationId xmlns:a16="http://schemas.microsoft.com/office/drawing/2014/main" id="{025DFC93-7D97-1D72-83EE-A7AA23F125A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91EFB2B-C1ED-5C86-EAB6-1BCC6772D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76" y="5958048"/>
            <a:ext cx="2176400" cy="86860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D156735-91D7-052F-F44A-5F16C2111C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1325" y="6526258"/>
            <a:ext cx="2176399" cy="277101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034669F3-5670-056E-BF6E-5B14B99DAE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6935" y="6061667"/>
            <a:ext cx="1485178" cy="243835"/>
          </a:xfrm>
          <a:prstGeom prst="rect">
            <a:avLst/>
          </a:prstGeom>
        </p:spPr>
      </p:pic>
      <p:sp>
        <p:nvSpPr>
          <p:cNvPr id="4" name="Google Shape;1010;g1de61e61f9b_1_963">
            <a:extLst>
              <a:ext uri="{FF2B5EF4-FFF2-40B4-BE49-F238E27FC236}">
                <a16:creationId xmlns:a16="http://schemas.microsoft.com/office/drawing/2014/main" id="{562034F3-4E61-5F2F-6C0D-E83FE9DB76BA}"/>
              </a:ext>
            </a:extLst>
          </p:cNvPr>
          <p:cNvSpPr txBox="1"/>
          <p:nvPr/>
        </p:nvSpPr>
        <p:spPr>
          <a:xfrm>
            <a:off x="4007347" y="3987702"/>
            <a:ext cx="417730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4200"/>
            </a:pPr>
            <a:r>
              <a:rPr lang="pt-BR" sz="2400" b="1" dirty="0">
                <a:solidFill>
                  <a:srgbClr val="F5D7C3"/>
                </a:solidFill>
                <a:latin typeface="Poppins"/>
                <a:cs typeface="Poppins"/>
              </a:rPr>
              <a:t>Amaury Junior</a:t>
            </a:r>
          </a:p>
          <a:p>
            <a:pPr lvl="0" algn="ctr">
              <a:buSzPts val="4200"/>
            </a:pPr>
            <a:r>
              <a:rPr lang="pt-BR" sz="2400" b="1" dirty="0">
                <a:solidFill>
                  <a:srgbClr val="F5D7C3"/>
                </a:solidFill>
                <a:latin typeface="Poppins"/>
                <a:cs typeface="Poppins"/>
              </a:rPr>
              <a:t>William Mendes</a:t>
            </a:r>
          </a:p>
        </p:txBody>
      </p:sp>
    </p:spTree>
    <p:extLst>
      <p:ext uri="{BB962C8B-B14F-4D97-AF65-F5344CB8AC3E}">
        <p14:creationId xmlns:p14="http://schemas.microsoft.com/office/powerpoint/2010/main" val="526820185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438</Words>
  <Application>Microsoft Office PowerPoint</Application>
  <PresentationFormat>Widescreen</PresentationFormat>
  <Paragraphs>52</Paragraphs>
  <Slides>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Calibri</vt:lpstr>
      <vt:lpstr>Bebas Neue</vt:lpstr>
      <vt:lpstr>Poppins</vt:lpstr>
      <vt:lpstr>Arial</vt:lpstr>
      <vt:lpstr>3_Tema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Vitor Malschitzky</dc:creator>
  <cp:lastModifiedBy>William Mendes</cp:lastModifiedBy>
  <cp:revision>85</cp:revision>
  <dcterms:created xsi:type="dcterms:W3CDTF">2022-04-09T06:51:53Z</dcterms:created>
  <dcterms:modified xsi:type="dcterms:W3CDTF">2026-03-22T17:05:48Z</dcterms:modified>
</cp:coreProperties>
</file>