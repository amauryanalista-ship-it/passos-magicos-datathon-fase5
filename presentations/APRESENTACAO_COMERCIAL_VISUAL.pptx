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376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0" y="-914400"/>
            <a:ext cx="3657600" cy="3657600"/>
          </a:xfrm>
          <a:prstGeom prst="round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000" b="1">
                <a:solidFill>
                  <a:srgbClr val="FFFFFF"/>
                </a:solidFill>
              </a:defRPr>
            </a:pPr>
            <a:r>
              <a:t>Passos Mágicos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EC4899"/>
                </a:solidFill>
              </a:defRPr>
            </a:pPr>
            <a:r>
              <a:t>Análise de Risco e Previsão de Defasagem Educacional</a:t>
            </a:r>
            <a:br/>
            <a:r>
              <a:t>Solução Inteligente para Transformação Educacional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🎯 O Desafio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1E1E1E"/>
                </a:solidFill>
              </a:defRPr>
            </a:pPr>
            <a:r>
              <a:t>📚 3.030 alunos em risco de defasagem educacional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1E1E1E"/>
                </a:solidFill>
              </a:defRPr>
            </a:pPr>
            <a:r>
              <a:t>📊 Necessidade de identificar casos críticos rapidamente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1E1E1E"/>
                </a:solidFill>
              </a:defRPr>
            </a:pPr>
            <a:r>
              <a:t>⚠️ Falta de sistema preditivo para intervenção proativa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1E1E1E"/>
                </a:solidFill>
              </a:defRPr>
            </a:pPr>
            <a:r>
              <a:t>🎓 Objetivo: Transformar dados em oportunidades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✅ Nossa Solução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🤖 Modelo XGBoost com 78.6% de acurácia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📈 ROC AUC 0.8592 (Excelente performance)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🎯 Identificação de 71% dos alunos em risco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💡 Dashboard interativo com 15+ visualizações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📊 Análise de 8 indicadores educacionais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📊 Dados Analisados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✓ 3.030 alunos únicos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✓ Período: 2022-2024 (3 anos)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✓ 9.090+ registros longitudinais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✓ 8 indicadores educacionais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✓ 12 features (8 + 4 derivados)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📋 Os 8 Indicadores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IAN - Adequação ao Nível | IDA - Desempenho Acadêmico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IEG - Engajamento | IAA - Autoavaliação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IPS - Aspectos Psicossociais | IPP - Aspectos Pedagógicos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IPV - Ponto de Virada | INDE - Multidimensional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Cada indicador captura uma dimensão diferente do progresso educacional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💚 Insight 1: IAN Melhorou 19.6%</a:t>
            </a:r>
          </a:p>
        </p:txBody>
      </p:sp>
      <p:pic>
        <p:nvPicPr>
          <p:cNvPr id="4" name="Picture 3" descr="temp_ian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34678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FB923C"/>
          </a:solidFill>
          <a:ln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⚠️ Insight 2: IDA Caiu 4.7% em 2024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2022: 6.09 → 2023: 6.66 (+9.3%) → 2024: 6.35 (-4.7%)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Alunos avançam de fase, mas qualidade de aprendizado é questionável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Necessário reforçar suporte pedagógico para qualidade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EC4899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💡 Insight 3: 81% Superestimam Desempenho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Desalinhamento médio: +1.54 pontos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Alunos superestimam suas competências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Necessário feedback realista para autoconsciência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🤖 Comparação de Modelos</a:t>
            </a:r>
          </a:p>
        </p:txBody>
      </p:sp>
      <p:pic>
        <p:nvPicPr>
          <p:cNvPr id="4" name="Picture 3" descr="temp_models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88459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⭐ Top 3 Features Mais Importantes</a:t>
            </a:r>
          </a:p>
        </p:txBody>
      </p:sp>
      <p:pic>
        <p:nvPicPr>
          <p:cNvPr id="4" name="Picture 3" descr="temp_features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88459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🎯 Recomendações Imediatas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1️⃣ Implementar modelo XGBoost em sistema de gestão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2️⃣ Identificar alunos em risco proativamente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3️⃣ Intensificar suporte pedagógico (IPP é crítico)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4️⃣ Implementar feedback realista com alunos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5️⃣ Acompanhamento semanal para alunos em risco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📈 Métricas de Sucesso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✅ Identificar 71% dos alunos em risco (Sensibilidade)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✅ Evitar 83.7% de falsos alarmes (Especificidade)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✅ ROC AUC acima de 0.85 (Excelente discriminação)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✅ Redução de defasagem em 20% (Meta)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✅ Melhora de desempenho em 15% (Meta)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376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0" y="-914400"/>
            <a:ext cx="3657600" cy="3657600"/>
          </a:xfrm>
          <a:prstGeom prst="round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000" b="1">
                <a:solidFill>
                  <a:srgbClr val="FFFFFF"/>
                </a:solidFill>
              </a:defRPr>
            </a:pPr>
            <a:r>
              <a:t>Pronto para Transformar Educação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EC4899"/>
                </a:solidFill>
              </a:defRPr>
            </a:pPr>
            <a:r>
              <a:t>Passos Mágicos - Análise de Risco e Previsão de Defasagem Educacional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